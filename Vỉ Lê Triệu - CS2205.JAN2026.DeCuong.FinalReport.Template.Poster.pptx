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5117750" cx="10691800"/>
  <p:notesSz cx="7099300" cy="10234600"/>
  <p:embeddedFontLst>
    <p:embeddedFont>
      <p:font typeface="Tahoma"/>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312">
          <p15:clr>
            <a:srgbClr val="000000"/>
          </p15:clr>
        </p15:guide>
        <p15:guide id="2" orient="horz" pos="232">
          <p15:clr>
            <a:srgbClr val="000000"/>
          </p15:clr>
        </p15:guide>
        <p15:guide id="3" orient="horz" pos="8880">
          <p15:clr>
            <a:srgbClr val="000000"/>
          </p15:clr>
        </p15:guide>
        <p15:guide id="4" pos="3366">
          <p15:clr>
            <a:srgbClr val="000000"/>
          </p15:clr>
        </p15:guide>
        <p15:guide id="5" pos="240">
          <p15:clr>
            <a:srgbClr val="000000"/>
          </p15:clr>
        </p15:guide>
        <p15:guide id="6" pos="6506">
          <p15:clr>
            <a:srgbClr val="000000"/>
          </p15:clr>
        </p15:guide>
        <p15:guide id="7" pos="3186">
          <p15:clr>
            <a:srgbClr val="000000"/>
          </p15:clr>
        </p15:guide>
        <p15:guide id="8" pos="3552">
          <p15:clr>
            <a:srgbClr val="000000"/>
          </p15:clr>
        </p15:guide>
        <p15:guide id="9" pos="6318">
          <p15:clr>
            <a:srgbClr val="000000"/>
          </p15:clr>
        </p15:guide>
        <p15:guide id="10" pos="414">
          <p15:clr>
            <a:srgbClr val="000000"/>
          </p15:clr>
        </p15:guide>
      </p15:sldGuideLst>
    </p:ext>
    <p:ext uri="{2D200454-40CA-4A62-9FC3-DE9A4176ACB9}">
      <p15:notesGuideLst>
        <p15:guide id="1" orient="horz" pos="3224">
          <p15:clr>
            <a:srgbClr val="000000"/>
          </p15:clr>
        </p15:guide>
        <p15:guide id="2" pos="2236">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312" orient="horz"/>
        <p:guide pos="232" orient="horz"/>
        <p:guide pos="8880" orient="horz"/>
        <p:guide pos="3366"/>
        <p:guide pos="240"/>
        <p:guide pos="6506"/>
        <p:guide pos="3186"/>
        <p:guide pos="3552"/>
        <p:guide pos="6318"/>
        <p:guide pos="414"/>
      </p:guideLst>
    </p:cSldViewPr>
  </p:slideViewPr>
  <p:notesViewPr>
    <p:cSldViewPr snapToGrid="0">
      <p:cViewPr varScale="1">
        <p:scale>
          <a:sx n="100" d="100"/>
          <a:sy n="100" d="100"/>
        </p:scale>
        <p:origin x="0" y="0"/>
      </p:cViewPr>
      <p:guideLst>
        <p:guide pos="3224" orient="horz"/>
        <p:guide pos="2236"/>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Tahoma-regular.fntdata"/><Relationship Id="rId8" Type="http://schemas.openxmlformats.org/officeDocument/2006/relationships/font" Target="fonts/Tahom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86100" cy="515937"/>
          </a:xfrm>
          <a:prstGeom prst="rect">
            <a:avLst/>
          </a:prstGeom>
          <a:noFill/>
          <a:ln>
            <a:noFill/>
          </a:ln>
        </p:spPr>
        <p:txBody>
          <a:bodyPr anchorCtr="0" anchor="t"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4" name="Google Shape;4;n"/>
          <p:cNvSpPr txBox="1"/>
          <p:nvPr>
            <p:ph idx="10" type="dt"/>
          </p:nvPr>
        </p:nvSpPr>
        <p:spPr>
          <a:xfrm>
            <a:off x="3997325" y="0"/>
            <a:ext cx="3086100" cy="515937"/>
          </a:xfrm>
          <a:prstGeom prst="rect">
            <a:avLst/>
          </a:prstGeom>
          <a:noFill/>
          <a:ln>
            <a:noFill/>
          </a:ln>
        </p:spPr>
        <p:txBody>
          <a:bodyPr anchorCtr="0" anchor="t"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5" name="Google Shape;5;n"/>
          <p:cNvSpPr/>
          <p:nvPr>
            <p:ph idx="3" type="sldImg"/>
          </p:nvPr>
        </p:nvSpPr>
        <p:spPr>
          <a:xfrm>
            <a:off x="2192337" y="773112"/>
            <a:ext cx="2700337" cy="381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62025" y="4848225"/>
            <a:ext cx="5210175" cy="4643437"/>
          </a:xfrm>
          <a:prstGeom prst="rect">
            <a:avLst/>
          </a:prstGeom>
          <a:noFill/>
          <a:ln>
            <a:noFill/>
          </a:ln>
        </p:spPr>
        <p:txBody>
          <a:bodyPr anchorCtr="0" anchor="t" bIns="30675" lIns="61375" spcFirstLastPara="1" rIns="61375" wrap="square" tIns="3067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698037"/>
            <a:ext cx="3086100" cy="515937"/>
          </a:xfrm>
          <a:prstGeom prst="rect">
            <a:avLst/>
          </a:prstGeom>
          <a:noFill/>
          <a:ln>
            <a:noFill/>
          </a:ln>
        </p:spPr>
        <p:txBody>
          <a:bodyPr anchorCtr="0" anchor="b"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8" name="Google Shape;8;n"/>
          <p:cNvSpPr txBox="1"/>
          <p:nvPr>
            <p:ph idx="12" type="sldNum"/>
          </p:nvPr>
        </p:nvSpPr>
        <p:spPr>
          <a:xfrm>
            <a:off x="3997325" y="9698037"/>
            <a:ext cx="3086100" cy="515937"/>
          </a:xfrm>
          <a:prstGeom prst="rect">
            <a:avLst/>
          </a:prstGeom>
          <a:noFill/>
          <a:ln>
            <a:noFill/>
          </a:ln>
        </p:spPr>
        <p:txBody>
          <a:bodyPr anchorCtr="0" anchor="b" bIns="30675" lIns="61375" spcFirstLastPara="1" rIns="61375" wrap="square" tIns="30675">
            <a:noAutofit/>
          </a:bodyPr>
          <a:lstStyle/>
          <a:p>
            <a:pPr indent="0" lvl="0" marL="0" marR="0" rtl="0" algn="r">
              <a:lnSpc>
                <a:spcPct val="100000"/>
              </a:lnSpc>
              <a:spcBef>
                <a:spcPts val="0"/>
              </a:spcBef>
              <a:spcAft>
                <a:spcPts val="0"/>
              </a:spcAft>
              <a:buClr>
                <a:srgbClr val="000000"/>
              </a:buClr>
              <a:buSzPts val="800"/>
              <a:buFont typeface="Times"/>
              <a:buNone/>
            </a:pPr>
            <a:fld id="{00000000-1234-1234-1234-123412341234}" type="slidenum">
              <a:rPr b="0" i="0" lang="en-US" sz="800" u="none" cap="none" strike="noStrike">
                <a:solidFill>
                  <a:srgbClr val="000000"/>
                </a:solidFill>
                <a:latin typeface="Times"/>
                <a:ea typeface="Times"/>
                <a:cs typeface="Times"/>
                <a:sym typeface="Times"/>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nvSpPr>
        <p:spPr>
          <a:xfrm>
            <a:off x="3997325" y="9698037"/>
            <a:ext cx="3086100" cy="515937"/>
          </a:xfrm>
          <a:prstGeom prst="rect">
            <a:avLst/>
          </a:prstGeom>
          <a:noFill/>
          <a:ln>
            <a:noFill/>
          </a:ln>
        </p:spPr>
        <p:txBody>
          <a:bodyPr anchorCtr="0" anchor="b" bIns="30675" lIns="61375" spcFirstLastPara="1" rIns="61375" wrap="square" tIns="30675">
            <a:noAutofit/>
          </a:bodyPr>
          <a:lstStyle/>
          <a:p>
            <a:pPr indent="0" lvl="0" marL="0" marR="0" rtl="0" algn="r">
              <a:lnSpc>
                <a:spcPct val="100000"/>
              </a:lnSpc>
              <a:spcBef>
                <a:spcPts val="0"/>
              </a:spcBef>
              <a:spcAft>
                <a:spcPts val="0"/>
              </a:spcAft>
              <a:buClr>
                <a:srgbClr val="000000"/>
              </a:buClr>
              <a:buSzPts val="800"/>
              <a:buFont typeface="Times"/>
              <a:buNone/>
            </a:pPr>
            <a:fld id="{00000000-1234-1234-1234-123412341234}" type="slidenum">
              <a:rPr b="0" i="0" lang="en-US" sz="800" u="none">
                <a:solidFill>
                  <a:srgbClr val="000000"/>
                </a:solidFill>
                <a:latin typeface="Times"/>
                <a:ea typeface="Times"/>
                <a:cs typeface="Times"/>
                <a:sym typeface="Times"/>
              </a:rPr>
              <a:t>‹#›</a:t>
            </a:fld>
            <a:endParaRPr/>
          </a:p>
        </p:txBody>
      </p:sp>
      <p:sp>
        <p:nvSpPr>
          <p:cNvPr id="96" name="Google Shape;96;p1:notes"/>
          <p:cNvSpPr/>
          <p:nvPr>
            <p:ph idx="2" type="sldImg"/>
          </p:nvPr>
        </p:nvSpPr>
        <p:spPr>
          <a:xfrm>
            <a:off x="2192337" y="773112"/>
            <a:ext cx="2700337" cy="38179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1:notes"/>
          <p:cNvSpPr txBox="1"/>
          <p:nvPr>
            <p:ph idx="1" type="body"/>
          </p:nvPr>
        </p:nvSpPr>
        <p:spPr>
          <a:xfrm>
            <a:off x="962025" y="4848225"/>
            <a:ext cx="5210175" cy="4643437"/>
          </a:xfrm>
          <a:prstGeom prst="rect">
            <a:avLst/>
          </a:prstGeom>
          <a:noFill/>
          <a:ln>
            <a:noFill/>
          </a:ln>
        </p:spPr>
        <p:txBody>
          <a:bodyPr anchorCtr="0" anchor="t" bIns="30675" lIns="61375" spcFirstLastPara="1" rIns="61375" wrap="square" tIns="3067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
          <p:cNvSpPr txBox="1"/>
          <p:nvPr>
            <p:ph type="ctrTitle"/>
          </p:nvPr>
        </p:nvSpPr>
        <p:spPr>
          <a:xfrm>
            <a:off x="801688" y="4695825"/>
            <a:ext cx="9088437" cy="32416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2"/>
          <p:cNvSpPr txBox="1"/>
          <p:nvPr>
            <p:ph idx="1" type="subTitle"/>
          </p:nvPr>
        </p:nvSpPr>
        <p:spPr>
          <a:xfrm>
            <a:off x="1603375" y="8566150"/>
            <a:ext cx="7485063" cy="3863975"/>
          </a:xfrm>
          <a:prstGeom prst="rect">
            <a:avLst/>
          </a:prstGeom>
          <a:noFill/>
          <a:ln>
            <a:noFill/>
          </a:ln>
        </p:spPr>
        <p:txBody>
          <a:bodyPr anchorCtr="0" anchor="t" bIns="73700" lIns="147425" spcFirstLastPara="1" rIns="147425" wrap="square" tIns="73700">
            <a:noAutofit/>
          </a:bodyPr>
          <a:lstStyle>
            <a:lvl1pPr lvl="0" algn="ctr">
              <a:spcBef>
                <a:spcPts val="1040"/>
              </a:spcBef>
              <a:spcAft>
                <a:spcPts val="0"/>
              </a:spcAft>
              <a:buClr>
                <a:schemeClr val="dk1"/>
              </a:buClr>
              <a:buSzPts val="5200"/>
              <a:buFont typeface="Times"/>
              <a:buNone/>
              <a:defRPr/>
            </a:lvl1pPr>
            <a:lvl2pPr lvl="1" algn="ctr">
              <a:spcBef>
                <a:spcPts val="900"/>
              </a:spcBef>
              <a:spcAft>
                <a:spcPts val="0"/>
              </a:spcAft>
              <a:buClr>
                <a:schemeClr val="dk1"/>
              </a:buClr>
              <a:buSzPts val="4500"/>
              <a:buFont typeface="Times"/>
              <a:buNone/>
              <a:defRPr/>
            </a:lvl2pPr>
            <a:lvl3pPr lvl="2" algn="ctr">
              <a:spcBef>
                <a:spcPts val="780"/>
              </a:spcBef>
              <a:spcAft>
                <a:spcPts val="0"/>
              </a:spcAft>
              <a:buClr>
                <a:schemeClr val="dk1"/>
              </a:buClr>
              <a:buSzPts val="3900"/>
              <a:buFont typeface="Times"/>
              <a:buNone/>
              <a:defRPr/>
            </a:lvl3pPr>
            <a:lvl4pPr lvl="3" algn="ctr">
              <a:spcBef>
                <a:spcPts val="640"/>
              </a:spcBef>
              <a:spcAft>
                <a:spcPts val="0"/>
              </a:spcAft>
              <a:buClr>
                <a:schemeClr val="dk1"/>
              </a:buClr>
              <a:buSzPts val="3200"/>
              <a:buFont typeface="Times"/>
              <a:buNone/>
              <a:defRPr/>
            </a:lvl4pPr>
            <a:lvl5pPr lvl="4" algn="ctr">
              <a:spcBef>
                <a:spcPts val="640"/>
              </a:spcBef>
              <a:spcAft>
                <a:spcPts val="0"/>
              </a:spcAft>
              <a:buClr>
                <a:schemeClr val="dk1"/>
              </a:buClr>
              <a:buSzPts val="3200"/>
              <a:buFont typeface="Times"/>
              <a:buNone/>
              <a:defRPr/>
            </a:lvl5pPr>
            <a:lvl6pPr lvl="5" algn="ctr">
              <a:spcBef>
                <a:spcPts val="640"/>
              </a:spcBef>
              <a:spcAft>
                <a:spcPts val="0"/>
              </a:spcAft>
              <a:buClr>
                <a:schemeClr val="dk1"/>
              </a:buClr>
              <a:buSzPts val="3200"/>
              <a:buFont typeface="Times"/>
              <a:buNone/>
              <a:defRPr/>
            </a:lvl6pPr>
            <a:lvl7pPr lvl="6" algn="ctr">
              <a:spcBef>
                <a:spcPts val="640"/>
              </a:spcBef>
              <a:spcAft>
                <a:spcPts val="0"/>
              </a:spcAft>
              <a:buClr>
                <a:schemeClr val="dk1"/>
              </a:buClr>
              <a:buSzPts val="3200"/>
              <a:buFont typeface="Times"/>
              <a:buNone/>
              <a:defRPr/>
            </a:lvl7pPr>
            <a:lvl8pPr lvl="7" algn="ctr">
              <a:spcBef>
                <a:spcPts val="640"/>
              </a:spcBef>
              <a:spcAft>
                <a:spcPts val="0"/>
              </a:spcAft>
              <a:buClr>
                <a:schemeClr val="dk1"/>
              </a:buClr>
              <a:buSzPts val="3200"/>
              <a:buFont typeface="Times"/>
              <a:buNone/>
              <a:defRPr/>
            </a:lvl8pPr>
            <a:lvl9pPr lvl="8" algn="ctr">
              <a:spcBef>
                <a:spcPts val="640"/>
              </a:spcBef>
              <a:spcAft>
                <a:spcPts val="0"/>
              </a:spcAft>
              <a:buClr>
                <a:schemeClr val="dk1"/>
              </a:buClr>
              <a:buSzPts val="3200"/>
              <a:buFont typeface="Times"/>
              <a:buNone/>
              <a:defRPr/>
            </a:lvl9pPr>
          </a:lstStyle>
          <a:p/>
        </p:txBody>
      </p:sp>
      <p:sp>
        <p:nvSpPr>
          <p:cNvPr id="28" name="Google Shape;28;p2"/>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3"/>
          <p:cNvSpPr txBox="1"/>
          <p:nvPr>
            <p:ph type="title"/>
          </p:nvPr>
        </p:nvSpPr>
        <p:spPr>
          <a:xfrm rot="5400000">
            <a:off x="2720182" y="6244432"/>
            <a:ext cx="12068175" cy="2271712"/>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3"/>
          <p:cNvSpPr txBox="1"/>
          <p:nvPr>
            <p:ph idx="1" type="body"/>
          </p:nvPr>
        </p:nvSpPr>
        <p:spPr>
          <a:xfrm rot="5400000">
            <a:off x="-1901824" y="4046538"/>
            <a:ext cx="12068175" cy="6667500"/>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3"/>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4"/>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4"/>
          <p:cNvSpPr txBox="1"/>
          <p:nvPr>
            <p:ph idx="1" type="body"/>
          </p:nvPr>
        </p:nvSpPr>
        <p:spPr>
          <a:xfrm rot="5400000">
            <a:off x="807243" y="4334669"/>
            <a:ext cx="9070975" cy="9088437"/>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4"/>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5"/>
          <p:cNvSpPr txBox="1"/>
          <p:nvPr>
            <p:ph type="title"/>
          </p:nvPr>
        </p:nvSpPr>
        <p:spPr>
          <a:xfrm>
            <a:off x="2095500" y="10582275"/>
            <a:ext cx="6415088" cy="1249363"/>
          </a:xfrm>
          <a:prstGeom prst="rect">
            <a:avLst/>
          </a:prstGeom>
          <a:noFill/>
          <a:ln>
            <a:noFill/>
          </a:ln>
        </p:spPr>
        <p:txBody>
          <a:bodyPr anchorCtr="0" anchor="b" bIns="73700" lIns="147425" spcFirstLastPara="1" rIns="147425" wrap="square" tIns="73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
          <p:cNvSpPr/>
          <p:nvPr>
            <p:ph idx="2" type="pic"/>
          </p:nvPr>
        </p:nvSpPr>
        <p:spPr>
          <a:xfrm>
            <a:off x="2095500" y="1350963"/>
            <a:ext cx="6415088" cy="9070975"/>
          </a:xfrm>
          <a:prstGeom prst="rect">
            <a:avLst/>
          </a:prstGeom>
          <a:noFill/>
          <a:ln>
            <a:noFill/>
          </a:ln>
        </p:spPr>
      </p:sp>
      <p:sp>
        <p:nvSpPr>
          <p:cNvPr id="46" name="Google Shape;46;p5"/>
          <p:cNvSpPr txBox="1"/>
          <p:nvPr>
            <p:ph idx="1" type="body"/>
          </p:nvPr>
        </p:nvSpPr>
        <p:spPr>
          <a:xfrm>
            <a:off x="2095500" y="11831638"/>
            <a:ext cx="6415088" cy="1774825"/>
          </a:xfrm>
          <a:prstGeom prst="rect">
            <a:avLst/>
          </a:prstGeom>
          <a:noFill/>
          <a:ln>
            <a:noFill/>
          </a:ln>
        </p:spPr>
        <p:txBody>
          <a:bodyPr anchorCtr="0" anchor="t" bIns="73700" lIns="147425" spcFirstLastPara="1" rIns="147425" wrap="square" tIns="73700">
            <a:noAutofit/>
          </a:bodyPr>
          <a:lstStyle>
            <a:lvl1pPr indent="-228600" lvl="0" marL="457200" algn="l">
              <a:spcBef>
                <a:spcPts val="280"/>
              </a:spcBef>
              <a:spcAft>
                <a:spcPts val="0"/>
              </a:spcAft>
              <a:buClr>
                <a:schemeClr val="dk1"/>
              </a:buClr>
              <a:buSzPts val="1400"/>
              <a:buFont typeface="Times"/>
              <a:buNone/>
              <a:defRPr sz="1400"/>
            </a:lvl1pPr>
            <a:lvl2pPr indent="-228600" lvl="1" marL="914400" algn="l">
              <a:spcBef>
                <a:spcPts val="240"/>
              </a:spcBef>
              <a:spcAft>
                <a:spcPts val="0"/>
              </a:spcAft>
              <a:buClr>
                <a:schemeClr val="dk1"/>
              </a:buClr>
              <a:buSzPts val="1200"/>
              <a:buFont typeface="Times"/>
              <a:buNone/>
              <a:defRPr sz="1200"/>
            </a:lvl2pPr>
            <a:lvl3pPr indent="-228600" lvl="2" marL="1371600" algn="l">
              <a:spcBef>
                <a:spcPts val="200"/>
              </a:spcBef>
              <a:spcAft>
                <a:spcPts val="0"/>
              </a:spcAft>
              <a:buClr>
                <a:schemeClr val="dk1"/>
              </a:buClr>
              <a:buSzPts val="1000"/>
              <a:buFont typeface="Times"/>
              <a:buNone/>
              <a:defRPr sz="1000"/>
            </a:lvl3pPr>
            <a:lvl4pPr indent="-228600" lvl="3" marL="1828800" algn="l">
              <a:spcBef>
                <a:spcPts val="180"/>
              </a:spcBef>
              <a:spcAft>
                <a:spcPts val="0"/>
              </a:spcAft>
              <a:buClr>
                <a:schemeClr val="dk1"/>
              </a:buClr>
              <a:buSzPts val="900"/>
              <a:buFont typeface="Times"/>
              <a:buNone/>
              <a:defRPr sz="900"/>
            </a:lvl4pPr>
            <a:lvl5pPr indent="-228600" lvl="4" marL="2286000" algn="l">
              <a:spcBef>
                <a:spcPts val="180"/>
              </a:spcBef>
              <a:spcAft>
                <a:spcPts val="0"/>
              </a:spcAft>
              <a:buClr>
                <a:schemeClr val="dk1"/>
              </a:buClr>
              <a:buSzPts val="900"/>
              <a:buFont typeface="Times"/>
              <a:buNone/>
              <a:defRPr sz="900"/>
            </a:lvl5pPr>
            <a:lvl6pPr indent="-228600" lvl="5" marL="2743200" algn="l">
              <a:spcBef>
                <a:spcPts val="180"/>
              </a:spcBef>
              <a:spcAft>
                <a:spcPts val="0"/>
              </a:spcAft>
              <a:buClr>
                <a:schemeClr val="dk1"/>
              </a:buClr>
              <a:buSzPts val="900"/>
              <a:buFont typeface="Times"/>
              <a:buNone/>
              <a:defRPr sz="900"/>
            </a:lvl6pPr>
            <a:lvl7pPr indent="-228600" lvl="6" marL="3200400" algn="l">
              <a:spcBef>
                <a:spcPts val="180"/>
              </a:spcBef>
              <a:spcAft>
                <a:spcPts val="0"/>
              </a:spcAft>
              <a:buClr>
                <a:schemeClr val="dk1"/>
              </a:buClr>
              <a:buSzPts val="900"/>
              <a:buFont typeface="Times"/>
              <a:buNone/>
              <a:defRPr sz="900"/>
            </a:lvl7pPr>
            <a:lvl8pPr indent="-228600" lvl="7" marL="3657600" algn="l">
              <a:spcBef>
                <a:spcPts val="180"/>
              </a:spcBef>
              <a:spcAft>
                <a:spcPts val="0"/>
              </a:spcAft>
              <a:buClr>
                <a:schemeClr val="dk1"/>
              </a:buClr>
              <a:buSzPts val="900"/>
              <a:buFont typeface="Times"/>
              <a:buNone/>
              <a:defRPr sz="900"/>
            </a:lvl8pPr>
            <a:lvl9pPr indent="-228600" lvl="8" marL="4114800" algn="l">
              <a:spcBef>
                <a:spcPts val="180"/>
              </a:spcBef>
              <a:spcAft>
                <a:spcPts val="0"/>
              </a:spcAft>
              <a:buClr>
                <a:schemeClr val="dk1"/>
              </a:buClr>
              <a:buSzPts val="900"/>
              <a:buFont typeface="Times"/>
              <a:buNone/>
              <a:defRPr sz="900"/>
            </a:lvl9pPr>
          </a:lstStyle>
          <a:p/>
        </p:txBody>
      </p:sp>
      <p:sp>
        <p:nvSpPr>
          <p:cNvPr id="47" name="Google Shape;47;p5"/>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6"/>
          <p:cNvSpPr txBox="1"/>
          <p:nvPr>
            <p:ph type="title"/>
          </p:nvPr>
        </p:nvSpPr>
        <p:spPr>
          <a:xfrm>
            <a:off x="534988" y="601663"/>
            <a:ext cx="3517900" cy="2562225"/>
          </a:xfrm>
          <a:prstGeom prst="rect">
            <a:avLst/>
          </a:prstGeom>
          <a:noFill/>
          <a:ln>
            <a:noFill/>
          </a:ln>
        </p:spPr>
        <p:txBody>
          <a:bodyPr anchorCtr="0" anchor="b" bIns="73700" lIns="147425" spcFirstLastPara="1" rIns="147425" wrap="square" tIns="73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
          <p:cNvSpPr txBox="1"/>
          <p:nvPr>
            <p:ph idx="1" type="body"/>
          </p:nvPr>
        </p:nvSpPr>
        <p:spPr>
          <a:xfrm>
            <a:off x="4179888" y="601663"/>
            <a:ext cx="5976937" cy="12903200"/>
          </a:xfrm>
          <a:prstGeom prst="rect">
            <a:avLst/>
          </a:prstGeom>
          <a:noFill/>
          <a:ln>
            <a:noFill/>
          </a:ln>
        </p:spPr>
        <p:txBody>
          <a:bodyPr anchorCtr="0" anchor="t" bIns="73700" lIns="147425" spcFirstLastPara="1" rIns="147425" wrap="square" tIns="73700">
            <a:noAutofit/>
          </a:bodyPr>
          <a:lstStyle>
            <a:lvl1pPr indent="-431800" lvl="0" marL="457200" algn="l">
              <a:spcBef>
                <a:spcPts val="640"/>
              </a:spcBef>
              <a:spcAft>
                <a:spcPts val="0"/>
              </a:spcAft>
              <a:buClr>
                <a:schemeClr val="dk1"/>
              </a:buClr>
              <a:buSzPts val="3200"/>
              <a:buFont typeface="Times"/>
              <a:buChar char="•"/>
              <a:defRPr sz="3200"/>
            </a:lvl1pPr>
            <a:lvl2pPr indent="-406400" lvl="1" marL="914400" algn="l">
              <a:spcBef>
                <a:spcPts val="560"/>
              </a:spcBef>
              <a:spcAft>
                <a:spcPts val="0"/>
              </a:spcAft>
              <a:buClr>
                <a:schemeClr val="dk1"/>
              </a:buClr>
              <a:buSzPts val="2800"/>
              <a:buFont typeface="Times"/>
              <a:buChar char="–"/>
              <a:defRPr sz="2800"/>
            </a:lvl2pPr>
            <a:lvl3pPr indent="-381000" lvl="2" marL="1371600" algn="l">
              <a:spcBef>
                <a:spcPts val="480"/>
              </a:spcBef>
              <a:spcAft>
                <a:spcPts val="0"/>
              </a:spcAft>
              <a:buClr>
                <a:schemeClr val="dk1"/>
              </a:buClr>
              <a:buSzPts val="2400"/>
              <a:buFont typeface="Times"/>
              <a:buChar char="•"/>
              <a:defRPr sz="2400"/>
            </a:lvl3pPr>
            <a:lvl4pPr indent="-355600" lvl="3" marL="1828800" algn="l">
              <a:spcBef>
                <a:spcPts val="400"/>
              </a:spcBef>
              <a:spcAft>
                <a:spcPts val="0"/>
              </a:spcAft>
              <a:buClr>
                <a:schemeClr val="dk1"/>
              </a:buClr>
              <a:buSzPts val="2000"/>
              <a:buFont typeface="Times"/>
              <a:buChar char="–"/>
              <a:defRPr sz="2000"/>
            </a:lvl4pPr>
            <a:lvl5pPr indent="-355600" lvl="4" marL="2286000" algn="l">
              <a:spcBef>
                <a:spcPts val="400"/>
              </a:spcBef>
              <a:spcAft>
                <a:spcPts val="0"/>
              </a:spcAft>
              <a:buClr>
                <a:schemeClr val="dk1"/>
              </a:buClr>
              <a:buSzPts val="2000"/>
              <a:buFont typeface="Times"/>
              <a:buChar char="»"/>
              <a:defRPr sz="2000"/>
            </a:lvl5pPr>
            <a:lvl6pPr indent="-355600" lvl="5" marL="2743200" algn="l">
              <a:spcBef>
                <a:spcPts val="400"/>
              </a:spcBef>
              <a:spcAft>
                <a:spcPts val="0"/>
              </a:spcAft>
              <a:buClr>
                <a:schemeClr val="dk1"/>
              </a:buClr>
              <a:buSzPts val="2000"/>
              <a:buFont typeface="Times"/>
              <a:buChar char="»"/>
              <a:defRPr sz="2000"/>
            </a:lvl6pPr>
            <a:lvl7pPr indent="-355600" lvl="6" marL="3200400" algn="l">
              <a:spcBef>
                <a:spcPts val="400"/>
              </a:spcBef>
              <a:spcAft>
                <a:spcPts val="0"/>
              </a:spcAft>
              <a:buClr>
                <a:schemeClr val="dk1"/>
              </a:buClr>
              <a:buSzPts val="2000"/>
              <a:buFont typeface="Times"/>
              <a:buChar char="»"/>
              <a:defRPr sz="2000"/>
            </a:lvl7pPr>
            <a:lvl8pPr indent="-355600" lvl="7" marL="3657600" algn="l">
              <a:spcBef>
                <a:spcPts val="400"/>
              </a:spcBef>
              <a:spcAft>
                <a:spcPts val="0"/>
              </a:spcAft>
              <a:buClr>
                <a:schemeClr val="dk1"/>
              </a:buClr>
              <a:buSzPts val="2000"/>
              <a:buFont typeface="Times"/>
              <a:buChar char="»"/>
              <a:defRPr sz="2000"/>
            </a:lvl8pPr>
            <a:lvl9pPr indent="-355600" lvl="8" marL="4114800" algn="l">
              <a:spcBef>
                <a:spcPts val="400"/>
              </a:spcBef>
              <a:spcAft>
                <a:spcPts val="0"/>
              </a:spcAft>
              <a:buClr>
                <a:schemeClr val="dk1"/>
              </a:buClr>
              <a:buSzPts val="2000"/>
              <a:buFont typeface="Times"/>
              <a:buChar char="»"/>
              <a:defRPr sz="2000"/>
            </a:lvl9pPr>
          </a:lstStyle>
          <a:p/>
        </p:txBody>
      </p:sp>
      <p:sp>
        <p:nvSpPr>
          <p:cNvPr id="53" name="Google Shape;53;p6"/>
          <p:cNvSpPr txBox="1"/>
          <p:nvPr>
            <p:ph idx="2" type="body"/>
          </p:nvPr>
        </p:nvSpPr>
        <p:spPr>
          <a:xfrm>
            <a:off x="534988" y="3163888"/>
            <a:ext cx="3517900" cy="10340975"/>
          </a:xfrm>
          <a:prstGeom prst="rect">
            <a:avLst/>
          </a:prstGeom>
          <a:noFill/>
          <a:ln>
            <a:noFill/>
          </a:ln>
        </p:spPr>
        <p:txBody>
          <a:bodyPr anchorCtr="0" anchor="t" bIns="73700" lIns="147425" spcFirstLastPara="1" rIns="147425" wrap="square" tIns="73700">
            <a:noAutofit/>
          </a:bodyPr>
          <a:lstStyle>
            <a:lvl1pPr indent="-228600" lvl="0" marL="457200" algn="l">
              <a:spcBef>
                <a:spcPts val="280"/>
              </a:spcBef>
              <a:spcAft>
                <a:spcPts val="0"/>
              </a:spcAft>
              <a:buClr>
                <a:schemeClr val="dk1"/>
              </a:buClr>
              <a:buSzPts val="1400"/>
              <a:buFont typeface="Times"/>
              <a:buNone/>
              <a:defRPr sz="1400"/>
            </a:lvl1pPr>
            <a:lvl2pPr indent="-228600" lvl="1" marL="914400" algn="l">
              <a:spcBef>
                <a:spcPts val="240"/>
              </a:spcBef>
              <a:spcAft>
                <a:spcPts val="0"/>
              </a:spcAft>
              <a:buClr>
                <a:schemeClr val="dk1"/>
              </a:buClr>
              <a:buSzPts val="1200"/>
              <a:buFont typeface="Times"/>
              <a:buNone/>
              <a:defRPr sz="1200"/>
            </a:lvl2pPr>
            <a:lvl3pPr indent="-228600" lvl="2" marL="1371600" algn="l">
              <a:spcBef>
                <a:spcPts val="200"/>
              </a:spcBef>
              <a:spcAft>
                <a:spcPts val="0"/>
              </a:spcAft>
              <a:buClr>
                <a:schemeClr val="dk1"/>
              </a:buClr>
              <a:buSzPts val="1000"/>
              <a:buFont typeface="Times"/>
              <a:buNone/>
              <a:defRPr sz="1000"/>
            </a:lvl3pPr>
            <a:lvl4pPr indent="-228600" lvl="3" marL="1828800" algn="l">
              <a:spcBef>
                <a:spcPts val="180"/>
              </a:spcBef>
              <a:spcAft>
                <a:spcPts val="0"/>
              </a:spcAft>
              <a:buClr>
                <a:schemeClr val="dk1"/>
              </a:buClr>
              <a:buSzPts val="900"/>
              <a:buFont typeface="Times"/>
              <a:buNone/>
              <a:defRPr sz="900"/>
            </a:lvl4pPr>
            <a:lvl5pPr indent="-228600" lvl="4" marL="2286000" algn="l">
              <a:spcBef>
                <a:spcPts val="180"/>
              </a:spcBef>
              <a:spcAft>
                <a:spcPts val="0"/>
              </a:spcAft>
              <a:buClr>
                <a:schemeClr val="dk1"/>
              </a:buClr>
              <a:buSzPts val="900"/>
              <a:buFont typeface="Times"/>
              <a:buNone/>
              <a:defRPr sz="900"/>
            </a:lvl5pPr>
            <a:lvl6pPr indent="-228600" lvl="5" marL="2743200" algn="l">
              <a:spcBef>
                <a:spcPts val="180"/>
              </a:spcBef>
              <a:spcAft>
                <a:spcPts val="0"/>
              </a:spcAft>
              <a:buClr>
                <a:schemeClr val="dk1"/>
              </a:buClr>
              <a:buSzPts val="900"/>
              <a:buFont typeface="Times"/>
              <a:buNone/>
              <a:defRPr sz="900"/>
            </a:lvl6pPr>
            <a:lvl7pPr indent="-228600" lvl="6" marL="3200400" algn="l">
              <a:spcBef>
                <a:spcPts val="180"/>
              </a:spcBef>
              <a:spcAft>
                <a:spcPts val="0"/>
              </a:spcAft>
              <a:buClr>
                <a:schemeClr val="dk1"/>
              </a:buClr>
              <a:buSzPts val="900"/>
              <a:buFont typeface="Times"/>
              <a:buNone/>
              <a:defRPr sz="900"/>
            </a:lvl7pPr>
            <a:lvl8pPr indent="-228600" lvl="7" marL="3657600" algn="l">
              <a:spcBef>
                <a:spcPts val="180"/>
              </a:spcBef>
              <a:spcAft>
                <a:spcPts val="0"/>
              </a:spcAft>
              <a:buClr>
                <a:schemeClr val="dk1"/>
              </a:buClr>
              <a:buSzPts val="900"/>
              <a:buFont typeface="Times"/>
              <a:buNone/>
              <a:defRPr sz="900"/>
            </a:lvl8pPr>
            <a:lvl9pPr indent="-228600" lvl="8" marL="4114800" algn="l">
              <a:spcBef>
                <a:spcPts val="180"/>
              </a:spcBef>
              <a:spcAft>
                <a:spcPts val="0"/>
              </a:spcAft>
              <a:buClr>
                <a:schemeClr val="dk1"/>
              </a:buClr>
              <a:buSzPts val="900"/>
              <a:buFont typeface="Times"/>
              <a:buNone/>
              <a:defRPr sz="900"/>
            </a:lvl9pPr>
          </a:lstStyle>
          <a:p/>
        </p:txBody>
      </p:sp>
      <p:sp>
        <p:nvSpPr>
          <p:cNvPr id="54" name="Google Shape;54;p6"/>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7"/>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8"/>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9"/>
          <p:cNvSpPr txBox="1"/>
          <p:nvPr>
            <p:ph type="title"/>
          </p:nvPr>
        </p:nvSpPr>
        <p:spPr>
          <a:xfrm>
            <a:off x="534988" y="604838"/>
            <a:ext cx="9621837" cy="2520950"/>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9"/>
          <p:cNvSpPr txBox="1"/>
          <p:nvPr>
            <p:ph idx="1" type="body"/>
          </p:nvPr>
        </p:nvSpPr>
        <p:spPr>
          <a:xfrm>
            <a:off x="534988" y="3384550"/>
            <a:ext cx="4724400" cy="1409700"/>
          </a:xfrm>
          <a:prstGeom prst="rect">
            <a:avLst/>
          </a:prstGeom>
          <a:noFill/>
          <a:ln>
            <a:noFill/>
          </a:ln>
        </p:spPr>
        <p:txBody>
          <a:bodyPr anchorCtr="0" anchor="b" bIns="73700" lIns="147425" spcFirstLastPara="1" rIns="147425" wrap="square" tIns="73700">
            <a:noAutofit/>
          </a:bodyPr>
          <a:lstStyle>
            <a:lvl1pPr indent="-228600" lvl="0" marL="457200" algn="l">
              <a:spcBef>
                <a:spcPts val="480"/>
              </a:spcBef>
              <a:spcAft>
                <a:spcPts val="0"/>
              </a:spcAft>
              <a:buClr>
                <a:schemeClr val="dk1"/>
              </a:buClr>
              <a:buSzPts val="2400"/>
              <a:buFont typeface="Times"/>
              <a:buNone/>
              <a:defRPr b="1" sz="2400"/>
            </a:lvl1pPr>
            <a:lvl2pPr indent="-228600" lvl="1" marL="914400" algn="l">
              <a:spcBef>
                <a:spcPts val="400"/>
              </a:spcBef>
              <a:spcAft>
                <a:spcPts val="0"/>
              </a:spcAft>
              <a:buClr>
                <a:schemeClr val="dk1"/>
              </a:buClr>
              <a:buSzPts val="2000"/>
              <a:buFont typeface="Times"/>
              <a:buNone/>
              <a:defRPr b="1" sz="2000"/>
            </a:lvl2pPr>
            <a:lvl3pPr indent="-228600" lvl="2" marL="1371600" algn="l">
              <a:spcBef>
                <a:spcPts val="360"/>
              </a:spcBef>
              <a:spcAft>
                <a:spcPts val="0"/>
              </a:spcAft>
              <a:buClr>
                <a:schemeClr val="dk1"/>
              </a:buClr>
              <a:buSzPts val="1800"/>
              <a:buFont typeface="Times"/>
              <a:buNone/>
              <a:defRPr b="1" sz="1800"/>
            </a:lvl3pPr>
            <a:lvl4pPr indent="-228600" lvl="3" marL="1828800" algn="l">
              <a:spcBef>
                <a:spcPts val="320"/>
              </a:spcBef>
              <a:spcAft>
                <a:spcPts val="0"/>
              </a:spcAft>
              <a:buClr>
                <a:schemeClr val="dk1"/>
              </a:buClr>
              <a:buSzPts val="1600"/>
              <a:buFont typeface="Times"/>
              <a:buNone/>
              <a:defRPr b="1" sz="1600"/>
            </a:lvl4pPr>
            <a:lvl5pPr indent="-228600" lvl="4" marL="2286000" algn="l">
              <a:spcBef>
                <a:spcPts val="320"/>
              </a:spcBef>
              <a:spcAft>
                <a:spcPts val="0"/>
              </a:spcAft>
              <a:buClr>
                <a:schemeClr val="dk1"/>
              </a:buClr>
              <a:buSzPts val="1600"/>
              <a:buFont typeface="Times"/>
              <a:buNone/>
              <a:defRPr b="1" sz="1600"/>
            </a:lvl5pPr>
            <a:lvl6pPr indent="-228600" lvl="5" marL="2743200" algn="l">
              <a:spcBef>
                <a:spcPts val="320"/>
              </a:spcBef>
              <a:spcAft>
                <a:spcPts val="0"/>
              </a:spcAft>
              <a:buClr>
                <a:schemeClr val="dk1"/>
              </a:buClr>
              <a:buSzPts val="1600"/>
              <a:buFont typeface="Times"/>
              <a:buNone/>
              <a:defRPr b="1" sz="1600"/>
            </a:lvl6pPr>
            <a:lvl7pPr indent="-228600" lvl="6" marL="3200400" algn="l">
              <a:spcBef>
                <a:spcPts val="320"/>
              </a:spcBef>
              <a:spcAft>
                <a:spcPts val="0"/>
              </a:spcAft>
              <a:buClr>
                <a:schemeClr val="dk1"/>
              </a:buClr>
              <a:buSzPts val="1600"/>
              <a:buFont typeface="Times"/>
              <a:buNone/>
              <a:defRPr b="1" sz="1600"/>
            </a:lvl7pPr>
            <a:lvl8pPr indent="-228600" lvl="7" marL="3657600" algn="l">
              <a:spcBef>
                <a:spcPts val="320"/>
              </a:spcBef>
              <a:spcAft>
                <a:spcPts val="0"/>
              </a:spcAft>
              <a:buClr>
                <a:schemeClr val="dk1"/>
              </a:buClr>
              <a:buSzPts val="1600"/>
              <a:buFont typeface="Times"/>
              <a:buNone/>
              <a:defRPr b="1" sz="1600"/>
            </a:lvl8pPr>
            <a:lvl9pPr indent="-228600" lvl="8" marL="4114800" algn="l">
              <a:spcBef>
                <a:spcPts val="320"/>
              </a:spcBef>
              <a:spcAft>
                <a:spcPts val="0"/>
              </a:spcAft>
              <a:buClr>
                <a:schemeClr val="dk1"/>
              </a:buClr>
              <a:buSzPts val="1600"/>
              <a:buFont typeface="Times"/>
              <a:buNone/>
              <a:defRPr b="1" sz="1600"/>
            </a:lvl9pPr>
          </a:lstStyle>
          <a:p/>
        </p:txBody>
      </p:sp>
      <p:sp>
        <p:nvSpPr>
          <p:cNvPr id="69" name="Google Shape;69;p9"/>
          <p:cNvSpPr txBox="1"/>
          <p:nvPr>
            <p:ph idx="2" type="body"/>
          </p:nvPr>
        </p:nvSpPr>
        <p:spPr>
          <a:xfrm>
            <a:off x="534988" y="4794250"/>
            <a:ext cx="4724400" cy="8710613"/>
          </a:xfrm>
          <a:prstGeom prst="rect">
            <a:avLst/>
          </a:prstGeom>
          <a:noFill/>
          <a:ln>
            <a:noFill/>
          </a:ln>
        </p:spPr>
        <p:txBody>
          <a:bodyPr anchorCtr="0" anchor="t" bIns="73700" lIns="147425" spcFirstLastPara="1" rIns="147425" wrap="square" tIns="73700">
            <a:noAutofit/>
          </a:bodyPr>
          <a:lstStyle>
            <a:lvl1pPr indent="-381000" lvl="0" marL="457200" algn="l">
              <a:spcBef>
                <a:spcPts val="480"/>
              </a:spcBef>
              <a:spcAft>
                <a:spcPts val="0"/>
              </a:spcAft>
              <a:buClr>
                <a:schemeClr val="dk1"/>
              </a:buClr>
              <a:buSzPts val="2400"/>
              <a:buFont typeface="Times"/>
              <a:buChar char="•"/>
              <a:defRPr sz="2400"/>
            </a:lvl1pPr>
            <a:lvl2pPr indent="-355600" lvl="1" marL="914400" algn="l">
              <a:spcBef>
                <a:spcPts val="400"/>
              </a:spcBef>
              <a:spcAft>
                <a:spcPts val="0"/>
              </a:spcAft>
              <a:buClr>
                <a:schemeClr val="dk1"/>
              </a:buClr>
              <a:buSzPts val="2000"/>
              <a:buFont typeface="Times"/>
              <a:buChar char="–"/>
              <a:defRPr sz="2000"/>
            </a:lvl2pPr>
            <a:lvl3pPr indent="-342900" lvl="2" marL="1371600" algn="l">
              <a:spcBef>
                <a:spcPts val="360"/>
              </a:spcBef>
              <a:spcAft>
                <a:spcPts val="0"/>
              </a:spcAft>
              <a:buClr>
                <a:schemeClr val="dk1"/>
              </a:buClr>
              <a:buSzPts val="1800"/>
              <a:buFont typeface="Times"/>
              <a:buChar char="•"/>
              <a:defRPr sz="1800"/>
            </a:lvl3pPr>
            <a:lvl4pPr indent="-330200" lvl="3" marL="1828800" algn="l">
              <a:spcBef>
                <a:spcPts val="320"/>
              </a:spcBef>
              <a:spcAft>
                <a:spcPts val="0"/>
              </a:spcAft>
              <a:buClr>
                <a:schemeClr val="dk1"/>
              </a:buClr>
              <a:buSzPts val="1600"/>
              <a:buFont typeface="Times"/>
              <a:buChar char="–"/>
              <a:defRPr sz="1600"/>
            </a:lvl4pPr>
            <a:lvl5pPr indent="-330200" lvl="4" marL="2286000" algn="l">
              <a:spcBef>
                <a:spcPts val="320"/>
              </a:spcBef>
              <a:spcAft>
                <a:spcPts val="0"/>
              </a:spcAft>
              <a:buClr>
                <a:schemeClr val="dk1"/>
              </a:buClr>
              <a:buSzPts val="1600"/>
              <a:buFont typeface="Times"/>
              <a:buChar char="»"/>
              <a:defRPr sz="1600"/>
            </a:lvl5pPr>
            <a:lvl6pPr indent="-330200" lvl="5" marL="2743200" algn="l">
              <a:spcBef>
                <a:spcPts val="320"/>
              </a:spcBef>
              <a:spcAft>
                <a:spcPts val="0"/>
              </a:spcAft>
              <a:buClr>
                <a:schemeClr val="dk1"/>
              </a:buClr>
              <a:buSzPts val="1600"/>
              <a:buFont typeface="Times"/>
              <a:buChar char="»"/>
              <a:defRPr sz="1600"/>
            </a:lvl6pPr>
            <a:lvl7pPr indent="-330200" lvl="6" marL="3200400" algn="l">
              <a:spcBef>
                <a:spcPts val="320"/>
              </a:spcBef>
              <a:spcAft>
                <a:spcPts val="0"/>
              </a:spcAft>
              <a:buClr>
                <a:schemeClr val="dk1"/>
              </a:buClr>
              <a:buSzPts val="1600"/>
              <a:buFont typeface="Times"/>
              <a:buChar char="»"/>
              <a:defRPr sz="1600"/>
            </a:lvl7pPr>
            <a:lvl8pPr indent="-330200" lvl="7" marL="3657600" algn="l">
              <a:spcBef>
                <a:spcPts val="320"/>
              </a:spcBef>
              <a:spcAft>
                <a:spcPts val="0"/>
              </a:spcAft>
              <a:buClr>
                <a:schemeClr val="dk1"/>
              </a:buClr>
              <a:buSzPts val="1600"/>
              <a:buFont typeface="Times"/>
              <a:buChar char="»"/>
              <a:defRPr sz="1600"/>
            </a:lvl8pPr>
            <a:lvl9pPr indent="-330200" lvl="8" marL="4114800" algn="l">
              <a:spcBef>
                <a:spcPts val="320"/>
              </a:spcBef>
              <a:spcAft>
                <a:spcPts val="0"/>
              </a:spcAft>
              <a:buClr>
                <a:schemeClr val="dk1"/>
              </a:buClr>
              <a:buSzPts val="1600"/>
              <a:buFont typeface="Times"/>
              <a:buChar char="»"/>
              <a:defRPr sz="1600"/>
            </a:lvl9pPr>
          </a:lstStyle>
          <a:p/>
        </p:txBody>
      </p:sp>
      <p:sp>
        <p:nvSpPr>
          <p:cNvPr id="70" name="Google Shape;70;p9"/>
          <p:cNvSpPr txBox="1"/>
          <p:nvPr>
            <p:ph idx="3" type="body"/>
          </p:nvPr>
        </p:nvSpPr>
        <p:spPr>
          <a:xfrm>
            <a:off x="5430838" y="3384550"/>
            <a:ext cx="4725987" cy="1409700"/>
          </a:xfrm>
          <a:prstGeom prst="rect">
            <a:avLst/>
          </a:prstGeom>
          <a:noFill/>
          <a:ln>
            <a:noFill/>
          </a:ln>
        </p:spPr>
        <p:txBody>
          <a:bodyPr anchorCtr="0" anchor="b" bIns="73700" lIns="147425" spcFirstLastPara="1" rIns="147425" wrap="square" tIns="73700">
            <a:noAutofit/>
          </a:bodyPr>
          <a:lstStyle>
            <a:lvl1pPr indent="-228600" lvl="0" marL="457200" algn="l">
              <a:spcBef>
                <a:spcPts val="480"/>
              </a:spcBef>
              <a:spcAft>
                <a:spcPts val="0"/>
              </a:spcAft>
              <a:buClr>
                <a:schemeClr val="dk1"/>
              </a:buClr>
              <a:buSzPts val="2400"/>
              <a:buFont typeface="Times"/>
              <a:buNone/>
              <a:defRPr b="1" sz="2400"/>
            </a:lvl1pPr>
            <a:lvl2pPr indent="-228600" lvl="1" marL="914400" algn="l">
              <a:spcBef>
                <a:spcPts val="400"/>
              </a:spcBef>
              <a:spcAft>
                <a:spcPts val="0"/>
              </a:spcAft>
              <a:buClr>
                <a:schemeClr val="dk1"/>
              </a:buClr>
              <a:buSzPts val="2000"/>
              <a:buFont typeface="Times"/>
              <a:buNone/>
              <a:defRPr b="1" sz="2000"/>
            </a:lvl2pPr>
            <a:lvl3pPr indent="-228600" lvl="2" marL="1371600" algn="l">
              <a:spcBef>
                <a:spcPts val="360"/>
              </a:spcBef>
              <a:spcAft>
                <a:spcPts val="0"/>
              </a:spcAft>
              <a:buClr>
                <a:schemeClr val="dk1"/>
              </a:buClr>
              <a:buSzPts val="1800"/>
              <a:buFont typeface="Times"/>
              <a:buNone/>
              <a:defRPr b="1" sz="1800"/>
            </a:lvl3pPr>
            <a:lvl4pPr indent="-228600" lvl="3" marL="1828800" algn="l">
              <a:spcBef>
                <a:spcPts val="320"/>
              </a:spcBef>
              <a:spcAft>
                <a:spcPts val="0"/>
              </a:spcAft>
              <a:buClr>
                <a:schemeClr val="dk1"/>
              </a:buClr>
              <a:buSzPts val="1600"/>
              <a:buFont typeface="Times"/>
              <a:buNone/>
              <a:defRPr b="1" sz="1600"/>
            </a:lvl4pPr>
            <a:lvl5pPr indent="-228600" lvl="4" marL="2286000" algn="l">
              <a:spcBef>
                <a:spcPts val="320"/>
              </a:spcBef>
              <a:spcAft>
                <a:spcPts val="0"/>
              </a:spcAft>
              <a:buClr>
                <a:schemeClr val="dk1"/>
              </a:buClr>
              <a:buSzPts val="1600"/>
              <a:buFont typeface="Times"/>
              <a:buNone/>
              <a:defRPr b="1" sz="1600"/>
            </a:lvl5pPr>
            <a:lvl6pPr indent="-228600" lvl="5" marL="2743200" algn="l">
              <a:spcBef>
                <a:spcPts val="320"/>
              </a:spcBef>
              <a:spcAft>
                <a:spcPts val="0"/>
              </a:spcAft>
              <a:buClr>
                <a:schemeClr val="dk1"/>
              </a:buClr>
              <a:buSzPts val="1600"/>
              <a:buFont typeface="Times"/>
              <a:buNone/>
              <a:defRPr b="1" sz="1600"/>
            </a:lvl6pPr>
            <a:lvl7pPr indent="-228600" lvl="6" marL="3200400" algn="l">
              <a:spcBef>
                <a:spcPts val="320"/>
              </a:spcBef>
              <a:spcAft>
                <a:spcPts val="0"/>
              </a:spcAft>
              <a:buClr>
                <a:schemeClr val="dk1"/>
              </a:buClr>
              <a:buSzPts val="1600"/>
              <a:buFont typeface="Times"/>
              <a:buNone/>
              <a:defRPr b="1" sz="1600"/>
            </a:lvl7pPr>
            <a:lvl8pPr indent="-228600" lvl="7" marL="3657600" algn="l">
              <a:spcBef>
                <a:spcPts val="320"/>
              </a:spcBef>
              <a:spcAft>
                <a:spcPts val="0"/>
              </a:spcAft>
              <a:buClr>
                <a:schemeClr val="dk1"/>
              </a:buClr>
              <a:buSzPts val="1600"/>
              <a:buFont typeface="Times"/>
              <a:buNone/>
              <a:defRPr b="1" sz="1600"/>
            </a:lvl8pPr>
            <a:lvl9pPr indent="-228600" lvl="8" marL="4114800" algn="l">
              <a:spcBef>
                <a:spcPts val="320"/>
              </a:spcBef>
              <a:spcAft>
                <a:spcPts val="0"/>
              </a:spcAft>
              <a:buClr>
                <a:schemeClr val="dk1"/>
              </a:buClr>
              <a:buSzPts val="1600"/>
              <a:buFont typeface="Times"/>
              <a:buNone/>
              <a:defRPr b="1" sz="1600"/>
            </a:lvl9pPr>
          </a:lstStyle>
          <a:p/>
        </p:txBody>
      </p:sp>
      <p:sp>
        <p:nvSpPr>
          <p:cNvPr id="71" name="Google Shape;71;p9"/>
          <p:cNvSpPr txBox="1"/>
          <p:nvPr>
            <p:ph idx="4" type="body"/>
          </p:nvPr>
        </p:nvSpPr>
        <p:spPr>
          <a:xfrm>
            <a:off x="5430838" y="4794250"/>
            <a:ext cx="4725987" cy="8710613"/>
          </a:xfrm>
          <a:prstGeom prst="rect">
            <a:avLst/>
          </a:prstGeom>
          <a:noFill/>
          <a:ln>
            <a:noFill/>
          </a:ln>
        </p:spPr>
        <p:txBody>
          <a:bodyPr anchorCtr="0" anchor="t" bIns="73700" lIns="147425" spcFirstLastPara="1" rIns="147425" wrap="square" tIns="73700">
            <a:noAutofit/>
          </a:bodyPr>
          <a:lstStyle>
            <a:lvl1pPr indent="-381000" lvl="0" marL="457200" algn="l">
              <a:spcBef>
                <a:spcPts val="480"/>
              </a:spcBef>
              <a:spcAft>
                <a:spcPts val="0"/>
              </a:spcAft>
              <a:buClr>
                <a:schemeClr val="dk1"/>
              </a:buClr>
              <a:buSzPts val="2400"/>
              <a:buFont typeface="Times"/>
              <a:buChar char="•"/>
              <a:defRPr sz="2400"/>
            </a:lvl1pPr>
            <a:lvl2pPr indent="-355600" lvl="1" marL="914400" algn="l">
              <a:spcBef>
                <a:spcPts val="400"/>
              </a:spcBef>
              <a:spcAft>
                <a:spcPts val="0"/>
              </a:spcAft>
              <a:buClr>
                <a:schemeClr val="dk1"/>
              </a:buClr>
              <a:buSzPts val="2000"/>
              <a:buFont typeface="Times"/>
              <a:buChar char="–"/>
              <a:defRPr sz="2000"/>
            </a:lvl2pPr>
            <a:lvl3pPr indent="-342900" lvl="2" marL="1371600" algn="l">
              <a:spcBef>
                <a:spcPts val="360"/>
              </a:spcBef>
              <a:spcAft>
                <a:spcPts val="0"/>
              </a:spcAft>
              <a:buClr>
                <a:schemeClr val="dk1"/>
              </a:buClr>
              <a:buSzPts val="1800"/>
              <a:buFont typeface="Times"/>
              <a:buChar char="•"/>
              <a:defRPr sz="1800"/>
            </a:lvl3pPr>
            <a:lvl4pPr indent="-330200" lvl="3" marL="1828800" algn="l">
              <a:spcBef>
                <a:spcPts val="320"/>
              </a:spcBef>
              <a:spcAft>
                <a:spcPts val="0"/>
              </a:spcAft>
              <a:buClr>
                <a:schemeClr val="dk1"/>
              </a:buClr>
              <a:buSzPts val="1600"/>
              <a:buFont typeface="Times"/>
              <a:buChar char="–"/>
              <a:defRPr sz="1600"/>
            </a:lvl4pPr>
            <a:lvl5pPr indent="-330200" lvl="4" marL="2286000" algn="l">
              <a:spcBef>
                <a:spcPts val="320"/>
              </a:spcBef>
              <a:spcAft>
                <a:spcPts val="0"/>
              </a:spcAft>
              <a:buClr>
                <a:schemeClr val="dk1"/>
              </a:buClr>
              <a:buSzPts val="1600"/>
              <a:buFont typeface="Times"/>
              <a:buChar char="»"/>
              <a:defRPr sz="1600"/>
            </a:lvl5pPr>
            <a:lvl6pPr indent="-330200" lvl="5" marL="2743200" algn="l">
              <a:spcBef>
                <a:spcPts val="320"/>
              </a:spcBef>
              <a:spcAft>
                <a:spcPts val="0"/>
              </a:spcAft>
              <a:buClr>
                <a:schemeClr val="dk1"/>
              </a:buClr>
              <a:buSzPts val="1600"/>
              <a:buFont typeface="Times"/>
              <a:buChar char="»"/>
              <a:defRPr sz="1600"/>
            </a:lvl6pPr>
            <a:lvl7pPr indent="-330200" lvl="6" marL="3200400" algn="l">
              <a:spcBef>
                <a:spcPts val="320"/>
              </a:spcBef>
              <a:spcAft>
                <a:spcPts val="0"/>
              </a:spcAft>
              <a:buClr>
                <a:schemeClr val="dk1"/>
              </a:buClr>
              <a:buSzPts val="1600"/>
              <a:buFont typeface="Times"/>
              <a:buChar char="»"/>
              <a:defRPr sz="1600"/>
            </a:lvl7pPr>
            <a:lvl8pPr indent="-330200" lvl="7" marL="3657600" algn="l">
              <a:spcBef>
                <a:spcPts val="320"/>
              </a:spcBef>
              <a:spcAft>
                <a:spcPts val="0"/>
              </a:spcAft>
              <a:buClr>
                <a:schemeClr val="dk1"/>
              </a:buClr>
              <a:buSzPts val="1600"/>
              <a:buFont typeface="Times"/>
              <a:buChar char="»"/>
              <a:defRPr sz="1600"/>
            </a:lvl8pPr>
            <a:lvl9pPr indent="-330200" lvl="8" marL="4114800" algn="l">
              <a:spcBef>
                <a:spcPts val="320"/>
              </a:spcBef>
              <a:spcAft>
                <a:spcPts val="0"/>
              </a:spcAft>
              <a:buClr>
                <a:schemeClr val="dk1"/>
              </a:buClr>
              <a:buSzPts val="1600"/>
              <a:buFont typeface="Times"/>
              <a:buChar char="»"/>
              <a:defRPr sz="1600"/>
            </a:lvl9pPr>
          </a:lstStyle>
          <a:p/>
        </p:txBody>
      </p:sp>
      <p:sp>
        <p:nvSpPr>
          <p:cNvPr id="72" name="Google Shape;72;p9"/>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0"/>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0"/>
          <p:cNvSpPr txBox="1"/>
          <p:nvPr>
            <p:ph idx="1" type="body"/>
          </p:nvPr>
        </p:nvSpPr>
        <p:spPr>
          <a:xfrm>
            <a:off x="798513" y="4343400"/>
            <a:ext cx="4467225" cy="9070975"/>
          </a:xfrm>
          <a:prstGeom prst="rect">
            <a:avLst/>
          </a:prstGeom>
          <a:noFill/>
          <a:ln>
            <a:noFill/>
          </a:ln>
        </p:spPr>
        <p:txBody>
          <a:bodyPr anchorCtr="0" anchor="t" bIns="73700" lIns="147425" spcFirstLastPara="1" rIns="147425" wrap="square" tIns="73700">
            <a:noAutofit/>
          </a:bodyPr>
          <a:lstStyle>
            <a:lvl1pPr indent="-406400" lvl="0" marL="457200" algn="l">
              <a:spcBef>
                <a:spcPts val="560"/>
              </a:spcBef>
              <a:spcAft>
                <a:spcPts val="0"/>
              </a:spcAft>
              <a:buClr>
                <a:schemeClr val="dk1"/>
              </a:buClr>
              <a:buSzPts val="2800"/>
              <a:buFont typeface="Times"/>
              <a:buChar char="•"/>
              <a:defRPr sz="2800"/>
            </a:lvl1pPr>
            <a:lvl2pPr indent="-381000" lvl="1" marL="914400" algn="l">
              <a:spcBef>
                <a:spcPts val="480"/>
              </a:spcBef>
              <a:spcAft>
                <a:spcPts val="0"/>
              </a:spcAft>
              <a:buClr>
                <a:schemeClr val="dk1"/>
              </a:buClr>
              <a:buSzPts val="2400"/>
              <a:buFont typeface="Times"/>
              <a:buChar char="–"/>
              <a:defRPr sz="2400"/>
            </a:lvl2pPr>
            <a:lvl3pPr indent="-355600" lvl="2" marL="1371600" algn="l">
              <a:spcBef>
                <a:spcPts val="400"/>
              </a:spcBef>
              <a:spcAft>
                <a:spcPts val="0"/>
              </a:spcAft>
              <a:buClr>
                <a:schemeClr val="dk1"/>
              </a:buClr>
              <a:buSzPts val="2000"/>
              <a:buFont typeface="Times"/>
              <a:buChar char="•"/>
              <a:defRPr sz="2000"/>
            </a:lvl3pPr>
            <a:lvl4pPr indent="-342900" lvl="3" marL="1828800" algn="l">
              <a:spcBef>
                <a:spcPts val="360"/>
              </a:spcBef>
              <a:spcAft>
                <a:spcPts val="0"/>
              </a:spcAft>
              <a:buClr>
                <a:schemeClr val="dk1"/>
              </a:buClr>
              <a:buSzPts val="1800"/>
              <a:buFont typeface="Times"/>
              <a:buChar char="–"/>
              <a:defRPr sz="1800"/>
            </a:lvl4pPr>
            <a:lvl5pPr indent="-342900" lvl="4" marL="2286000" algn="l">
              <a:spcBef>
                <a:spcPts val="360"/>
              </a:spcBef>
              <a:spcAft>
                <a:spcPts val="0"/>
              </a:spcAft>
              <a:buClr>
                <a:schemeClr val="dk1"/>
              </a:buClr>
              <a:buSzPts val="1800"/>
              <a:buFont typeface="Times"/>
              <a:buChar char="»"/>
              <a:defRPr sz="1800"/>
            </a:lvl5pPr>
            <a:lvl6pPr indent="-342900" lvl="5" marL="2743200" algn="l">
              <a:spcBef>
                <a:spcPts val="360"/>
              </a:spcBef>
              <a:spcAft>
                <a:spcPts val="0"/>
              </a:spcAft>
              <a:buClr>
                <a:schemeClr val="dk1"/>
              </a:buClr>
              <a:buSzPts val="1800"/>
              <a:buFont typeface="Times"/>
              <a:buChar char="»"/>
              <a:defRPr sz="1800"/>
            </a:lvl6pPr>
            <a:lvl7pPr indent="-342900" lvl="6" marL="3200400" algn="l">
              <a:spcBef>
                <a:spcPts val="360"/>
              </a:spcBef>
              <a:spcAft>
                <a:spcPts val="0"/>
              </a:spcAft>
              <a:buClr>
                <a:schemeClr val="dk1"/>
              </a:buClr>
              <a:buSzPts val="1800"/>
              <a:buFont typeface="Times"/>
              <a:buChar char="»"/>
              <a:defRPr sz="1800"/>
            </a:lvl7pPr>
            <a:lvl8pPr indent="-342900" lvl="7" marL="3657600" algn="l">
              <a:spcBef>
                <a:spcPts val="360"/>
              </a:spcBef>
              <a:spcAft>
                <a:spcPts val="0"/>
              </a:spcAft>
              <a:buClr>
                <a:schemeClr val="dk1"/>
              </a:buClr>
              <a:buSzPts val="1800"/>
              <a:buFont typeface="Times"/>
              <a:buChar char="»"/>
              <a:defRPr sz="1800"/>
            </a:lvl8pPr>
            <a:lvl9pPr indent="-342900" lvl="8" marL="4114800" algn="l">
              <a:spcBef>
                <a:spcPts val="360"/>
              </a:spcBef>
              <a:spcAft>
                <a:spcPts val="0"/>
              </a:spcAft>
              <a:buClr>
                <a:schemeClr val="dk1"/>
              </a:buClr>
              <a:buSzPts val="1800"/>
              <a:buFont typeface="Times"/>
              <a:buChar char="»"/>
              <a:defRPr sz="1800"/>
            </a:lvl9pPr>
          </a:lstStyle>
          <a:p/>
        </p:txBody>
      </p:sp>
      <p:sp>
        <p:nvSpPr>
          <p:cNvPr id="78" name="Google Shape;78;p10"/>
          <p:cNvSpPr txBox="1"/>
          <p:nvPr>
            <p:ph idx="2" type="body"/>
          </p:nvPr>
        </p:nvSpPr>
        <p:spPr>
          <a:xfrm>
            <a:off x="5418138" y="4343400"/>
            <a:ext cx="4468812" cy="9070975"/>
          </a:xfrm>
          <a:prstGeom prst="rect">
            <a:avLst/>
          </a:prstGeom>
          <a:noFill/>
          <a:ln>
            <a:noFill/>
          </a:ln>
        </p:spPr>
        <p:txBody>
          <a:bodyPr anchorCtr="0" anchor="t" bIns="73700" lIns="147425" spcFirstLastPara="1" rIns="147425" wrap="square" tIns="73700">
            <a:noAutofit/>
          </a:bodyPr>
          <a:lstStyle>
            <a:lvl1pPr indent="-406400" lvl="0" marL="457200" algn="l">
              <a:spcBef>
                <a:spcPts val="560"/>
              </a:spcBef>
              <a:spcAft>
                <a:spcPts val="0"/>
              </a:spcAft>
              <a:buClr>
                <a:schemeClr val="dk1"/>
              </a:buClr>
              <a:buSzPts val="2800"/>
              <a:buFont typeface="Times"/>
              <a:buChar char="•"/>
              <a:defRPr sz="2800"/>
            </a:lvl1pPr>
            <a:lvl2pPr indent="-381000" lvl="1" marL="914400" algn="l">
              <a:spcBef>
                <a:spcPts val="480"/>
              </a:spcBef>
              <a:spcAft>
                <a:spcPts val="0"/>
              </a:spcAft>
              <a:buClr>
                <a:schemeClr val="dk1"/>
              </a:buClr>
              <a:buSzPts val="2400"/>
              <a:buFont typeface="Times"/>
              <a:buChar char="–"/>
              <a:defRPr sz="2400"/>
            </a:lvl2pPr>
            <a:lvl3pPr indent="-355600" lvl="2" marL="1371600" algn="l">
              <a:spcBef>
                <a:spcPts val="400"/>
              </a:spcBef>
              <a:spcAft>
                <a:spcPts val="0"/>
              </a:spcAft>
              <a:buClr>
                <a:schemeClr val="dk1"/>
              </a:buClr>
              <a:buSzPts val="2000"/>
              <a:buFont typeface="Times"/>
              <a:buChar char="•"/>
              <a:defRPr sz="2000"/>
            </a:lvl3pPr>
            <a:lvl4pPr indent="-342900" lvl="3" marL="1828800" algn="l">
              <a:spcBef>
                <a:spcPts val="360"/>
              </a:spcBef>
              <a:spcAft>
                <a:spcPts val="0"/>
              </a:spcAft>
              <a:buClr>
                <a:schemeClr val="dk1"/>
              </a:buClr>
              <a:buSzPts val="1800"/>
              <a:buFont typeface="Times"/>
              <a:buChar char="–"/>
              <a:defRPr sz="1800"/>
            </a:lvl4pPr>
            <a:lvl5pPr indent="-342900" lvl="4" marL="2286000" algn="l">
              <a:spcBef>
                <a:spcPts val="360"/>
              </a:spcBef>
              <a:spcAft>
                <a:spcPts val="0"/>
              </a:spcAft>
              <a:buClr>
                <a:schemeClr val="dk1"/>
              </a:buClr>
              <a:buSzPts val="1800"/>
              <a:buFont typeface="Times"/>
              <a:buChar char="»"/>
              <a:defRPr sz="1800"/>
            </a:lvl5pPr>
            <a:lvl6pPr indent="-342900" lvl="5" marL="2743200" algn="l">
              <a:spcBef>
                <a:spcPts val="360"/>
              </a:spcBef>
              <a:spcAft>
                <a:spcPts val="0"/>
              </a:spcAft>
              <a:buClr>
                <a:schemeClr val="dk1"/>
              </a:buClr>
              <a:buSzPts val="1800"/>
              <a:buFont typeface="Times"/>
              <a:buChar char="»"/>
              <a:defRPr sz="1800"/>
            </a:lvl6pPr>
            <a:lvl7pPr indent="-342900" lvl="6" marL="3200400" algn="l">
              <a:spcBef>
                <a:spcPts val="360"/>
              </a:spcBef>
              <a:spcAft>
                <a:spcPts val="0"/>
              </a:spcAft>
              <a:buClr>
                <a:schemeClr val="dk1"/>
              </a:buClr>
              <a:buSzPts val="1800"/>
              <a:buFont typeface="Times"/>
              <a:buChar char="»"/>
              <a:defRPr sz="1800"/>
            </a:lvl7pPr>
            <a:lvl8pPr indent="-342900" lvl="7" marL="3657600" algn="l">
              <a:spcBef>
                <a:spcPts val="360"/>
              </a:spcBef>
              <a:spcAft>
                <a:spcPts val="0"/>
              </a:spcAft>
              <a:buClr>
                <a:schemeClr val="dk1"/>
              </a:buClr>
              <a:buSzPts val="1800"/>
              <a:buFont typeface="Times"/>
              <a:buChar char="»"/>
              <a:defRPr sz="1800"/>
            </a:lvl8pPr>
            <a:lvl9pPr indent="-342900" lvl="8" marL="4114800" algn="l">
              <a:spcBef>
                <a:spcPts val="360"/>
              </a:spcBef>
              <a:spcAft>
                <a:spcPts val="0"/>
              </a:spcAft>
              <a:buClr>
                <a:schemeClr val="dk1"/>
              </a:buClr>
              <a:buSzPts val="1800"/>
              <a:buFont typeface="Times"/>
              <a:buChar char="»"/>
              <a:defRPr sz="1800"/>
            </a:lvl9pPr>
          </a:lstStyle>
          <a:p/>
        </p:txBody>
      </p:sp>
      <p:sp>
        <p:nvSpPr>
          <p:cNvPr id="79" name="Google Shape;79;p10"/>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p11"/>
          <p:cNvSpPr txBox="1"/>
          <p:nvPr>
            <p:ph type="title"/>
          </p:nvPr>
        </p:nvSpPr>
        <p:spPr>
          <a:xfrm>
            <a:off x="844550" y="9713913"/>
            <a:ext cx="9088438" cy="3003550"/>
          </a:xfrm>
          <a:prstGeom prst="rect">
            <a:avLst/>
          </a:prstGeom>
          <a:noFill/>
          <a:ln>
            <a:noFill/>
          </a:ln>
        </p:spPr>
        <p:txBody>
          <a:bodyPr anchorCtr="0" anchor="t" bIns="73700" lIns="147425" spcFirstLastPara="1" rIns="147425" wrap="square" tIns="73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11"/>
          <p:cNvSpPr txBox="1"/>
          <p:nvPr>
            <p:ph idx="1" type="body"/>
          </p:nvPr>
        </p:nvSpPr>
        <p:spPr>
          <a:xfrm>
            <a:off x="844550" y="6407150"/>
            <a:ext cx="9088438" cy="3306763"/>
          </a:xfrm>
          <a:prstGeom prst="rect">
            <a:avLst/>
          </a:prstGeom>
          <a:noFill/>
          <a:ln>
            <a:noFill/>
          </a:ln>
        </p:spPr>
        <p:txBody>
          <a:bodyPr anchorCtr="0" anchor="b" bIns="73700" lIns="147425" spcFirstLastPara="1" rIns="147425" wrap="square" tIns="73700">
            <a:noAutofit/>
          </a:bodyPr>
          <a:lstStyle>
            <a:lvl1pPr indent="-228600" lvl="0" marL="457200" algn="l">
              <a:spcBef>
                <a:spcPts val="400"/>
              </a:spcBef>
              <a:spcAft>
                <a:spcPts val="0"/>
              </a:spcAft>
              <a:buClr>
                <a:schemeClr val="dk1"/>
              </a:buClr>
              <a:buSzPts val="2000"/>
              <a:buFont typeface="Times"/>
              <a:buNone/>
              <a:defRPr sz="2000"/>
            </a:lvl1pPr>
            <a:lvl2pPr indent="-228600" lvl="1" marL="914400" algn="l">
              <a:spcBef>
                <a:spcPts val="360"/>
              </a:spcBef>
              <a:spcAft>
                <a:spcPts val="0"/>
              </a:spcAft>
              <a:buClr>
                <a:schemeClr val="dk1"/>
              </a:buClr>
              <a:buSzPts val="1800"/>
              <a:buFont typeface="Times"/>
              <a:buNone/>
              <a:defRPr sz="1800"/>
            </a:lvl2pPr>
            <a:lvl3pPr indent="-228600" lvl="2" marL="1371600" algn="l">
              <a:spcBef>
                <a:spcPts val="320"/>
              </a:spcBef>
              <a:spcAft>
                <a:spcPts val="0"/>
              </a:spcAft>
              <a:buClr>
                <a:schemeClr val="dk1"/>
              </a:buClr>
              <a:buSzPts val="1600"/>
              <a:buFont typeface="Times"/>
              <a:buNone/>
              <a:defRPr sz="1600"/>
            </a:lvl3pPr>
            <a:lvl4pPr indent="-228600" lvl="3" marL="1828800" algn="l">
              <a:spcBef>
                <a:spcPts val="280"/>
              </a:spcBef>
              <a:spcAft>
                <a:spcPts val="0"/>
              </a:spcAft>
              <a:buClr>
                <a:schemeClr val="dk1"/>
              </a:buClr>
              <a:buSzPts val="1400"/>
              <a:buFont typeface="Times"/>
              <a:buNone/>
              <a:defRPr sz="1400"/>
            </a:lvl4pPr>
            <a:lvl5pPr indent="-228600" lvl="4" marL="2286000" algn="l">
              <a:spcBef>
                <a:spcPts val="280"/>
              </a:spcBef>
              <a:spcAft>
                <a:spcPts val="0"/>
              </a:spcAft>
              <a:buClr>
                <a:schemeClr val="dk1"/>
              </a:buClr>
              <a:buSzPts val="1400"/>
              <a:buFont typeface="Times"/>
              <a:buNone/>
              <a:defRPr sz="1400"/>
            </a:lvl5pPr>
            <a:lvl6pPr indent="-228600" lvl="5" marL="2743200" algn="l">
              <a:spcBef>
                <a:spcPts val="280"/>
              </a:spcBef>
              <a:spcAft>
                <a:spcPts val="0"/>
              </a:spcAft>
              <a:buClr>
                <a:schemeClr val="dk1"/>
              </a:buClr>
              <a:buSzPts val="1400"/>
              <a:buFont typeface="Times"/>
              <a:buNone/>
              <a:defRPr sz="1400"/>
            </a:lvl6pPr>
            <a:lvl7pPr indent="-228600" lvl="6" marL="3200400" algn="l">
              <a:spcBef>
                <a:spcPts val="280"/>
              </a:spcBef>
              <a:spcAft>
                <a:spcPts val="0"/>
              </a:spcAft>
              <a:buClr>
                <a:schemeClr val="dk1"/>
              </a:buClr>
              <a:buSzPts val="1400"/>
              <a:buFont typeface="Times"/>
              <a:buNone/>
              <a:defRPr sz="1400"/>
            </a:lvl7pPr>
            <a:lvl8pPr indent="-228600" lvl="7" marL="3657600" algn="l">
              <a:spcBef>
                <a:spcPts val="280"/>
              </a:spcBef>
              <a:spcAft>
                <a:spcPts val="0"/>
              </a:spcAft>
              <a:buClr>
                <a:schemeClr val="dk1"/>
              </a:buClr>
              <a:buSzPts val="1400"/>
              <a:buFont typeface="Times"/>
              <a:buNone/>
              <a:defRPr sz="1400"/>
            </a:lvl8pPr>
            <a:lvl9pPr indent="-228600" lvl="8" marL="4114800" algn="l">
              <a:spcBef>
                <a:spcPts val="280"/>
              </a:spcBef>
              <a:spcAft>
                <a:spcPts val="0"/>
              </a:spcAft>
              <a:buClr>
                <a:schemeClr val="dk1"/>
              </a:buClr>
              <a:buSzPts val="1400"/>
              <a:buFont typeface="Times"/>
              <a:buNone/>
              <a:defRPr sz="1400"/>
            </a:lvl9pPr>
          </a:lstStyle>
          <a:p/>
        </p:txBody>
      </p:sp>
      <p:sp>
        <p:nvSpPr>
          <p:cNvPr id="85" name="Google Shape;85;p11"/>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2"/>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12"/>
          <p:cNvSpPr txBox="1"/>
          <p:nvPr>
            <p:ph idx="1" type="body"/>
          </p:nvPr>
        </p:nvSpPr>
        <p:spPr>
          <a:xfrm>
            <a:off x="798512" y="4343400"/>
            <a:ext cx="9088437" cy="9070975"/>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12"/>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360362" y="4019550"/>
            <a:ext cx="9967912" cy="10077450"/>
          </a:xfrm>
          <a:prstGeom prst="rect">
            <a:avLst/>
          </a:prstGeom>
          <a:solidFill>
            <a:srgbClr val="EAEAE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nvGrpSpPr>
          <p:cNvPr id="11" name="Google Shape;11;p1"/>
          <p:cNvGrpSpPr/>
          <p:nvPr/>
        </p:nvGrpSpPr>
        <p:grpSpPr>
          <a:xfrm>
            <a:off x="358775" y="368300"/>
            <a:ext cx="9969500" cy="2044700"/>
            <a:chOff x="226" y="232"/>
            <a:chExt cx="6280" cy="1288"/>
          </a:xfrm>
        </p:grpSpPr>
        <p:sp>
          <p:nvSpPr>
            <p:cNvPr id="12" name="Google Shape;12;p1"/>
            <p:cNvSpPr txBox="1"/>
            <p:nvPr/>
          </p:nvSpPr>
          <p:spPr>
            <a:xfrm>
              <a:off x="271" y="273"/>
              <a:ext cx="6189" cy="124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13" name="Google Shape;13;p1"/>
            <p:cNvPicPr preferRelativeResize="0"/>
            <p:nvPr/>
          </p:nvPicPr>
          <p:blipFill rotWithShape="1">
            <a:blip r:embed="rId1">
              <a:alphaModFix/>
            </a:blip>
            <a:srcRect b="0" l="0" r="0" t="0"/>
            <a:stretch/>
          </p:blipFill>
          <p:spPr>
            <a:xfrm>
              <a:off x="226" y="232"/>
              <a:ext cx="6280" cy="1247"/>
            </a:xfrm>
            <a:prstGeom prst="rect">
              <a:avLst/>
            </a:prstGeom>
            <a:noFill/>
            <a:ln>
              <a:noFill/>
            </a:ln>
          </p:spPr>
        </p:pic>
      </p:grpSp>
      <p:sp>
        <p:nvSpPr>
          <p:cNvPr id="14" name="Google Shape;14;p1"/>
          <p:cNvSpPr txBox="1"/>
          <p:nvPr/>
        </p:nvSpPr>
        <p:spPr>
          <a:xfrm>
            <a:off x="360362" y="14243050"/>
            <a:ext cx="9967912" cy="539750"/>
          </a:xfrm>
          <a:prstGeom prst="rect">
            <a:avLst/>
          </a:prstGeom>
          <a:solidFill>
            <a:srgbClr val="2EAE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15" name="Google Shape;15;p1"/>
          <p:cNvPicPr preferRelativeResize="0"/>
          <p:nvPr/>
        </p:nvPicPr>
        <p:blipFill rotWithShape="1">
          <a:blip r:embed="rId2">
            <a:alphaModFix/>
          </a:blip>
          <a:srcRect b="0" l="0" r="0" t="0"/>
          <a:stretch/>
        </p:blipFill>
        <p:spPr>
          <a:xfrm>
            <a:off x="657225" y="14355762"/>
            <a:ext cx="525462" cy="347662"/>
          </a:xfrm>
          <a:prstGeom prst="rect">
            <a:avLst/>
          </a:prstGeom>
          <a:noFill/>
          <a:ln>
            <a:noFill/>
          </a:ln>
        </p:spPr>
      </p:pic>
      <p:sp>
        <p:nvSpPr>
          <p:cNvPr id="16" name="Google Shape;16;p1"/>
          <p:cNvSpPr/>
          <p:nvPr/>
        </p:nvSpPr>
        <p:spPr>
          <a:xfrm>
            <a:off x="5629275" y="2936875"/>
            <a:ext cx="4408487" cy="1979612"/>
          </a:xfrm>
          <a:prstGeom prst="roundRect">
            <a:avLst>
              <a:gd fmla="val 16667" name="adj"/>
            </a:avLst>
          </a:prstGeom>
          <a:solidFill>
            <a:srgbClr val="D1F3F3"/>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7" name="Google Shape;17;p1"/>
          <p:cNvSpPr/>
          <p:nvPr/>
        </p:nvSpPr>
        <p:spPr>
          <a:xfrm>
            <a:off x="6932612" y="2651125"/>
            <a:ext cx="1800225" cy="431800"/>
          </a:xfrm>
          <a:prstGeom prst="ellipse">
            <a:avLst/>
          </a:prstGeom>
          <a:solidFill>
            <a:schemeClr val="lt1"/>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 name="Google Shape;18;p1"/>
          <p:cNvSpPr/>
          <p:nvPr/>
        </p:nvSpPr>
        <p:spPr>
          <a:xfrm>
            <a:off x="657225" y="2936875"/>
            <a:ext cx="4408487" cy="1979612"/>
          </a:xfrm>
          <a:prstGeom prst="roundRect">
            <a:avLst>
              <a:gd fmla="val 16667" name="adj"/>
            </a:avLst>
          </a:prstGeom>
          <a:solidFill>
            <a:srgbClr val="D1F3F3"/>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 name="Google Shape;19;p1"/>
          <p:cNvSpPr/>
          <p:nvPr/>
        </p:nvSpPr>
        <p:spPr>
          <a:xfrm>
            <a:off x="1960562" y="2651125"/>
            <a:ext cx="1800225" cy="431800"/>
          </a:xfrm>
          <a:prstGeom prst="ellipse">
            <a:avLst/>
          </a:prstGeom>
          <a:solidFill>
            <a:schemeClr val="lt1"/>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 name="Google Shape;20;p1"/>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1pPr>
            <a:lvl2pPr lvl="1"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2pPr>
            <a:lvl3pPr lvl="2"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3pPr>
            <a:lvl4pPr lvl="3"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4pPr>
            <a:lvl5pPr lvl="4"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5pPr>
            <a:lvl6pPr lvl="5"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6pPr>
            <a:lvl7pPr lvl="6"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7pPr>
            <a:lvl8pPr lvl="7"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8pPr>
            <a:lvl9pPr lvl="8"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9pPr>
          </a:lstStyle>
          <a:p/>
        </p:txBody>
      </p:sp>
      <p:sp>
        <p:nvSpPr>
          <p:cNvPr id="21" name="Google Shape;21;p1"/>
          <p:cNvSpPr txBox="1"/>
          <p:nvPr>
            <p:ph idx="1" type="body"/>
          </p:nvPr>
        </p:nvSpPr>
        <p:spPr>
          <a:xfrm>
            <a:off x="798512" y="4343400"/>
            <a:ext cx="9088437" cy="9070975"/>
          </a:xfrm>
          <a:prstGeom prst="rect">
            <a:avLst/>
          </a:prstGeom>
          <a:noFill/>
          <a:ln>
            <a:noFill/>
          </a:ln>
        </p:spPr>
        <p:txBody>
          <a:bodyPr anchorCtr="0" anchor="t" bIns="73700" lIns="147425" spcFirstLastPara="1" rIns="147425" wrap="square" tIns="73700">
            <a:noAutofit/>
          </a:bodyPr>
          <a:lstStyle>
            <a:lvl1pPr indent="-558800" lvl="0" marL="457200" marR="0" rtl="0" algn="l">
              <a:spcBef>
                <a:spcPts val="1040"/>
              </a:spcBef>
              <a:spcAft>
                <a:spcPts val="0"/>
              </a:spcAft>
              <a:buClr>
                <a:schemeClr val="dk1"/>
              </a:buClr>
              <a:buSzPts val="5200"/>
              <a:buFont typeface="Times"/>
              <a:buChar char="•"/>
              <a:defRPr b="0" i="0" sz="5200" u="none" cap="none" strike="noStrike">
                <a:solidFill>
                  <a:schemeClr val="dk1"/>
                </a:solidFill>
                <a:latin typeface="Times"/>
                <a:ea typeface="Times"/>
                <a:cs typeface="Times"/>
                <a:sym typeface="Times"/>
              </a:defRPr>
            </a:lvl1pPr>
            <a:lvl2pPr indent="-514350" lvl="1" marL="914400" marR="0" rtl="0" algn="l">
              <a:spcBef>
                <a:spcPts val="900"/>
              </a:spcBef>
              <a:spcAft>
                <a:spcPts val="0"/>
              </a:spcAft>
              <a:buClr>
                <a:schemeClr val="dk1"/>
              </a:buClr>
              <a:buSzPts val="4500"/>
              <a:buFont typeface="Times"/>
              <a:buChar char="–"/>
              <a:defRPr b="0" i="0" sz="4500" u="none" cap="none" strike="noStrike">
                <a:solidFill>
                  <a:schemeClr val="dk1"/>
                </a:solidFill>
                <a:latin typeface="Times"/>
                <a:ea typeface="Times"/>
                <a:cs typeface="Times"/>
                <a:sym typeface="Times"/>
              </a:defRPr>
            </a:lvl2pPr>
            <a:lvl3pPr indent="-476250" lvl="2" marL="1371600" marR="0" rtl="0" algn="l">
              <a:spcBef>
                <a:spcPts val="780"/>
              </a:spcBef>
              <a:spcAft>
                <a:spcPts val="0"/>
              </a:spcAft>
              <a:buClr>
                <a:schemeClr val="dk1"/>
              </a:buClr>
              <a:buSzPts val="3900"/>
              <a:buFont typeface="Times"/>
              <a:buChar char="•"/>
              <a:defRPr b="0" i="0" sz="3900" u="none" cap="none" strike="noStrike">
                <a:solidFill>
                  <a:schemeClr val="dk1"/>
                </a:solidFill>
                <a:latin typeface="Times"/>
                <a:ea typeface="Times"/>
                <a:cs typeface="Times"/>
                <a:sym typeface="Times"/>
              </a:defRPr>
            </a:lvl3pPr>
            <a:lvl4pPr indent="-431800" lvl="3" marL="18288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4pPr>
            <a:lvl5pPr indent="-431800" lvl="4" marL="22860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5pPr>
            <a:lvl6pPr indent="-431800" lvl="5" marL="27432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6pPr>
            <a:lvl7pPr indent="-431800" lvl="6" marL="32004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7pPr>
            <a:lvl8pPr indent="-431800" lvl="7" marL="36576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8pPr>
            <a:lvl9pPr indent="-431800" lvl="8" marL="41148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9pPr>
          </a:lstStyle>
          <a:p/>
        </p:txBody>
      </p:sp>
      <p:sp>
        <p:nvSpPr>
          <p:cNvPr id="22" name="Google Shape;22;p1"/>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marR="0" rtl="0" algn="l">
              <a:lnSpc>
                <a:spcPct val="100000"/>
              </a:lnSpc>
              <a:spcBef>
                <a:spcPts val="0"/>
              </a:spcBef>
              <a:spcAft>
                <a:spcPts val="0"/>
              </a:spcAft>
              <a:buSzPts val="1400"/>
              <a:buNone/>
              <a:defRPr b="0" i="0" sz="2400" u="none">
                <a:solidFill>
                  <a:schemeClr val="dk1"/>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3" name="Google Shape;23;p1"/>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marR="0" rtl="0" algn="l">
              <a:lnSpc>
                <a:spcPct val="100000"/>
              </a:lnSpc>
              <a:spcBef>
                <a:spcPts val="0"/>
              </a:spcBef>
              <a:spcAft>
                <a:spcPts val="0"/>
              </a:spcAft>
              <a:buSzPts val="1400"/>
              <a:buNone/>
              <a:defRPr b="0" i="0" sz="2400" u="none">
                <a:solidFill>
                  <a:schemeClr val="dk1"/>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4" name="Google Shape;24;p1"/>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pSp>
        <p:nvGrpSpPr>
          <p:cNvPr id="99" name="Google Shape;99;p13"/>
          <p:cNvGrpSpPr/>
          <p:nvPr/>
        </p:nvGrpSpPr>
        <p:grpSpPr>
          <a:xfrm>
            <a:off x="620712" y="8396287"/>
            <a:ext cx="9448800" cy="365125"/>
            <a:chOff x="620713" y="8243888"/>
            <a:chExt cx="9448800" cy="365125"/>
          </a:xfrm>
        </p:grpSpPr>
        <p:pic>
          <p:nvPicPr>
            <p:cNvPr id="100" name="Google Shape;100;p13"/>
            <p:cNvPicPr preferRelativeResize="0"/>
            <p:nvPr/>
          </p:nvPicPr>
          <p:blipFill rotWithShape="1">
            <a:blip r:embed="rId3">
              <a:alphaModFix/>
            </a:blip>
            <a:srcRect b="0" l="0" r="0" t="0"/>
            <a:stretch/>
          </p:blipFill>
          <p:spPr>
            <a:xfrm>
              <a:off x="658813" y="8243888"/>
              <a:ext cx="9371012" cy="365125"/>
            </a:xfrm>
            <a:prstGeom prst="rect">
              <a:avLst/>
            </a:prstGeom>
            <a:noFill/>
            <a:ln>
              <a:noFill/>
            </a:ln>
          </p:spPr>
        </p:pic>
        <p:sp>
          <p:nvSpPr>
            <p:cNvPr id="101" name="Google Shape;101;p13"/>
            <p:cNvSpPr txBox="1"/>
            <p:nvPr/>
          </p:nvSpPr>
          <p:spPr>
            <a:xfrm>
              <a:off x="620713" y="8304213"/>
              <a:ext cx="9448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lang="en-US" sz="1600">
                  <a:solidFill>
                    <a:schemeClr val="lt1"/>
                  </a:solidFill>
                </a:rPr>
                <a:t>Mô tả</a:t>
              </a:r>
              <a:endParaRPr/>
            </a:p>
          </p:txBody>
        </p:sp>
      </p:grpSp>
      <p:sp>
        <p:nvSpPr>
          <p:cNvPr id="102" name="Google Shape;102;p13"/>
          <p:cNvSpPr txBox="1"/>
          <p:nvPr>
            <p:ph type="ctrTitle"/>
          </p:nvPr>
        </p:nvSpPr>
        <p:spPr>
          <a:xfrm>
            <a:off x="390525" y="484187"/>
            <a:ext cx="9906000" cy="883500"/>
          </a:xfrm>
          <a:prstGeom prst="rect">
            <a:avLst/>
          </a:prstGeom>
          <a:noFill/>
          <a:ln>
            <a:noFill/>
          </a:ln>
        </p:spPr>
        <p:txBody>
          <a:bodyPr anchorCtr="1" anchor="t" bIns="0" lIns="0" spcFirstLastPara="1" rIns="0" wrap="square" tIns="0">
            <a:spAutoFit/>
          </a:bodyPr>
          <a:lstStyle/>
          <a:p>
            <a:pPr indent="0" lvl="0" marL="0" rtl="0" algn="ctr">
              <a:lnSpc>
                <a:spcPct val="105000"/>
              </a:lnSpc>
              <a:spcBef>
                <a:spcPts val="0"/>
              </a:spcBef>
              <a:spcAft>
                <a:spcPts val="0"/>
              </a:spcAft>
              <a:buClr>
                <a:schemeClr val="lt1"/>
              </a:buClr>
              <a:buSzPts val="2800"/>
              <a:buFont typeface="Arial"/>
              <a:buNone/>
            </a:pPr>
            <a:r>
              <a:rPr b="1" lang="en-US" sz="2800">
                <a:solidFill>
                  <a:schemeClr val="lt1"/>
                </a:solidFill>
                <a:latin typeface="Arial"/>
                <a:ea typeface="Arial"/>
                <a:cs typeface="Arial"/>
                <a:sym typeface="Arial"/>
              </a:rPr>
              <a:t>STEGANO</a:t>
            </a:r>
            <a:r>
              <a:rPr b="1" lang="en-US" sz="2800">
                <a:solidFill>
                  <a:schemeClr val="lt1"/>
                </a:solidFill>
                <a:latin typeface="Arial"/>
                <a:ea typeface="Arial"/>
                <a:cs typeface="Arial"/>
                <a:sym typeface="Arial"/>
              </a:rPr>
              <a:t>GAN — Hệ thống ẩn dữ liệu trong hình ảnh hiệu suất cao sử dụng GAN</a:t>
            </a:r>
            <a:endParaRPr b="1" sz="2800">
              <a:solidFill>
                <a:schemeClr val="lt1"/>
              </a:solidFill>
              <a:latin typeface="Arial"/>
              <a:ea typeface="Arial"/>
              <a:cs typeface="Arial"/>
              <a:sym typeface="Arial"/>
            </a:endParaRPr>
          </a:p>
        </p:txBody>
      </p:sp>
      <p:pic>
        <p:nvPicPr>
          <p:cNvPr id="103" name="Google Shape;103;p13"/>
          <p:cNvPicPr preferRelativeResize="0"/>
          <p:nvPr/>
        </p:nvPicPr>
        <p:blipFill rotWithShape="1">
          <a:blip r:embed="rId4">
            <a:alphaModFix/>
          </a:blip>
          <a:srcRect b="0" l="0" r="0" t="0"/>
          <a:stretch/>
        </p:blipFill>
        <p:spPr>
          <a:xfrm>
            <a:off x="658812" y="5257800"/>
            <a:ext cx="9371012" cy="363537"/>
          </a:xfrm>
          <a:prstGeom prst="rect">
            <a:avLst/>
          </a:prstGeom>
          <a:noFill/>
          <a:ln>
            <a:noFill/>
          </a:ln>
        </p:spPr>
      </p:pic>
      <p:sp>
        <p:nvSpPr>
          <p:cNvPr id="104" name="Google Shape;104;p13"/>
          <p:cNvSpPr txBox="1"/>
          <p:nvPr/>
        </p:nvSpPr>
        <p:spPr>
          <a:xfrm>
            <a:off x="620712" y="5318125"/>
            <a:ext cx="9448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lang="en-US" sz="1600">
                <a:solidFill>
                  <a:schemeClr val="lt1"/>
                </a:solidFill>
              </a:rPr>
              <a:t>Tổng quát</a:t>
            </a:r>
            <a:endParaRPr/>
          </a:p>
        </p:txBody>
      </p:sp>
      <p:sp>
        <p:nvSpPr>
          <p:cNvPr id="105" name="Google Shape;105;p13"/>
          <p:cNvSpPr txBox="1"/>
          <p:nvPr/>
        </p:nvSpPr>
        <p:spPr>
          <a:xfrm>
            <a:off x="2089150" y="2720975"/>
            <a:ext cx="152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98195"/>
              </a:buClr>
              <a:buSzPts val="1200"/>
              <a:buFont typeface="Tahoma"/>
              <a:buNone/>
            </a:pPr>
            <a:r>
              <a:rPr b="1" i="0" lang="en-US" sz="1200" u="none">
                <a:solidFill>
                  <a:srgbClr val="098195"/>
                </a:solidFill>
                <a:latin typeface="Tahoma"/>
                <a:ea typeface="Tahoma"/>
                <a:cs typeface="Tahoma"/>
                <a:sym typeface="Tahoma"/>
              </a:rPr>
              <a:t>What ?</a:t>
            </a:r>
            <a:endParaRPr/>
          </a:p>
        </p:txBody>
      </p:sp>
      <p:sp>
        <p:nvSpPr>
          <p:cNvPr id="106" name="Google Shape;106;p13"/>
          <p:cNvSpPr txBox="1"/>
          <p:nvPr/>
        </p:nvSpPr>
        <p:spPr>
          <a:xfrm>
            <a:off x="7051675" y="2720975"/>
            <a:ext cx="152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98195"/>
              </a:buClr>
              <a:buSzPts val="1200"/>
              <a:buFont typeface="Tahoma"/>
              <a:buNone/>
            </a:pPr>
            <a:r>
              <a:rPr b="1" i="0" lang="en-US" sz="1200" u="none">
                <a:solidFill>
                  <a:srgbClr val="098195"/>
                </a:solidFill>
                <a:latin typeface="Tahoma"/>
                <a:ea typeface="Tahoma"/>
                <a:cs typeface="Tahoma"/>
                <a:sym typeface="Tahoma"/>
              </a:rPr>
              <a:t>Why ?</a:t>
            </a:r>
            <a:endParaRPr/>
          </a:p>
        </p:txBody>
      </p:sp>
      <p:sp>
        <p:nvSpPr>
          <p:cNvPr id="107" name="Google Shape;107;p13"/>
          <p:cNvSpPr txBox="1"/>
          <p:nvPr/>
        </p:nvSpPr>
        <p:spPr>
          <a:xfrm>
            <a:off x="3291850" y="1397925"/>
            <a:ext cx="3954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lang="en-US" sz="1600">
                <a:solidFill>
                  <a:schemeClr val="lt1"/>
                </a:solidFill>
              </a:rPr>
              <a:t>Lê Triệu Vĩ - 250202059</a:t>
            </a:r>
            <a:endParaRPr/>
          </a:p>
        </p:txBody>
      </p:sp>
      <p:sp>
        <p:nvSpPr>
          <p:cNvPr id="108" name="Google Shape;108;p13"/>
          <p:cNvSpPr txBox="1"/>
          <p:nvPr/>
        </p:nvSpPr>
        <p:spPr>
          <a:xfrm>
            <a:off x="1399550" y="1766875"/>
            <a:ext cx="7589400" cy="246300"/>
          </a:xfrm>
          <a:prstGeom prst="rect">
            <a:avLst/>
          </a:prstGeom>
          <a:noFill/>
          <a:ln>
            <a:noFill/>
          </a:ln>
        </p:spPr>
        <p:txBody>
          <a:bodyPr anchorCtr="1" anchor="t" bIns="0" lIns="0" spcFirstLastPara="1" rIns="0" wrap="square" tIns="0">
            <a:spAutoFit/>
          </a:bodyPr>
          <a:lstStyle/>
          <a:p>
            <a:pPr indent="-342900" lvl="0" marL="342900" marR="0" rtl="0" algn="ctr">
              <a:lnSpc>
                <a:spcPct val="105000"/>
              </a:lnSpc>
              <a:spcBef>
                <a:spcPts val="0"/>
              </a:spcBef>
              <a:spcAft>
                <a:spcPts val="0"/>
              </a:spcAft>
              <a:buClr>
                <a:schemeClr val="lt1"/>
              </a:buClr>
              <a:buSzPts val="1600"/>
              <a:buFont typeface="Arial"/>
              <a:buNone/>
            </a:pPr>
            <a:r>
              <a:rPr b="1" baseline="30000" lang="en-US" sz="1600">
                <a:solidFill>
                  <a:schemeClr val="lt1"/>
                </a:solidFill>
              </a:rPr>
              <a:t>Trường Đại học Công nghệ thông tin - Đại học quốc gia Thành phố Hồ Chí Minh - Việt Nam</a:t>
            </a:r>
            <a:endParaRPr/>
          </a:p>
        </p:txBody>
      </p:sp>
      <p:sp>
        <p:nvSpPr>
          <p:cNvPr id="109" name="Google Shape;109;p13"/>
          <p:cNvSpPr txBox="1"/>
          <p:nvPr/>
        </p:nvSpPr>
        <p:spPr>
          <a:xfrm>
            <a:off x="1319212" y="14324012"/>
            <a:ext cx="8904300" cy="394800"/>
          </a:xfrm>
          <a:prstGeom prst="rect">
            <a:avLst/>
          </a:prstGeom>
          <a:noFill/>
          <a:ln>
            <a:noFill/>
          </a:ln>
        </p:spPr>
        <p:txBody>
          <a:bodyPr anchorCtr="0" anchor="t" bIns="0" lIns="0" spcFirstLastPara="1" rIns="0" wrap="square" tIns="0">
            <a:spAutoFit/>
          </a:bodyPr>
          <a:lstStyle/>
          <a:p>
            <a:pPr indent="0" lvl="0" marL="0" marR="0" rtl="0" algn="just">
              <a:lnSpc>
                <a:spcPct val="105000"/>
              </a:lnSpc>
              <a:spcBef>
                <a:spcPts val="0"/>
              </a:spcBef>
              <a:spcAft>
                <a:spcPts val="0"/>
              </a:spcAft>
              <a:buClr>
                <a:schemeClr val="lt1"/>
              </a:buClr>
              <a:buSzPts val="1300"/>
              <a:buFont typeface="Arial"/>
              <a:buNone/>
            </a:pPr>
            <a:r>
              <a:rPr b="1" i="0" lang="en-US" sz="1300" u="none">
                <a:solidFill>
                  <a:schemeClr val="lt1"/>
                </a:solidFill>
                <a:latin typeface="Arial"/>
                <a:ea typeface="Arial"/>
                <a:cs typeface="Arial"/>
                <a:sym typeface="Arial"/>
              </a:rPr>
              <a:t>	</a:t>
            </a:r>
            <a:r>
              <a:rPr b="1" lang="en-US" sz="1300">
                <a:solidFill>
                  <a:schemeClr val="lt1"/>
                </a:solidFill>
              </a:rPr>
              <a:t>Lê Triệu Vĩ</a:t>
            </a:r>
            <a:r>
              <a:rPr b="1" lang="en-US" sz="1300">
                <a:solidFill>
                  <a:schemeClr val="lt1"/>
                </a:solidFill>
                <a:latin typeface="Times"/>
                <a:ea typeface="Times"/>
                <a:cs typeface="Times"/>
                <a:sym typeface="Times"/>
              </a:rPr>
              <a:t> - Trường Đại học Công nghệ thông tin - Đại học quốc gia Thành phố Hồ Chí Minh</a:t>
            </a:r>
            <a:endParaRPr/>
          </a:p>
          <a:p>
            <a:pPr indent="0" lvl="0" marL="0" marR="0" rtl="0" algn="just">
              <a:lnSpc>
                <a:spcPct val="105000"/>
              </a:lnSpc>
              <a:spcBef>
                <a:spcPts val="0"/>
              </a:spcBef>
              <a:spcAft>
                <a:spcPts val="0"/>
              </a:spcAft>
              <a:buClr>
                <a:schemeClr val="lt1"/>
              </a:buClr>
              <a:buSzPts val="1200"/>
              <a:buFont typeface="Arial"/>
              <a:buNone/>
            </a:pPr>
            <a:r>
              <a:rPr b="1" i="0" lang="en-US" sz="1200" u="none">
                <a:solidFill>
                  <a:schemeClr val="lt1"/>
                </a:solidFill>
                <a:latin typeface="Arial"/>
                <a:ea typeface="Arial"/>
                <a:cs typeface="Arial"/>
                <a:sym typeface="Arial"/>
              </a:rPr>
              <a:t>	Email : </a:t>
            </a:r>
            <a:r>
              <a:rPr b="1" lang="en-US" sz="1200">
                <a:solidFill>
                  <a:schemeClr val="lt1"/>
                </a:solidFill>
              </a:rPr>
              <a:t>250202059@grad.uit.edu.vn</a:t>
            </a:r>
            <a:endParaRPr/>
          </a:p>
        </p:txBody>
      </p:sp>
      <p:sp>
        <p:nvSpPr>
          <p:cNvPr id="110" name="Google Shape;110;p13"/>
          <p:cNvSpPr txBox="1"/>
          <p:nvPr/>
        </p:nvSpPr>
        <p:spPr>
          <a:xfrm>
            <a:off x="620700" y="9164620"/>
            <a:ext cx="3352800" cy="2862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lang="en-US" sz="1200">
                <a:solidFill>
                  <a:schemeClr val="dk1"/>
                </a:solidFill>
                <a:latin typeface="Tahoma"/>
                <a:ea typeface="Tahoma"/>
                <a:cs typeface="Tahoma"/>
                <a:sym typeface="Tahoma"/>
              </a:rPr>
              <a:t>Tiếp nhận ảnh gốc C (kích thước 3×W×H) và tensor thông điệp nhị phân M∈{0,1}D×W×H trong đó D là số bit được nhúng trên mỗi điểm ảnh. Ba biến thể sẽ được so sánh:</a:t>
            </a:r>
            <a:endParaRPr sz="1200">
              <a:solidFill>
                <a:schemeClr val="dk1"/>
              </a:solidFill>
              <a:latin typeface="Tahoma"/>
              <a:ea typeface="Tahoma"/>
              <a:cs typeface="Tahoma"/>
              <a:sym typeface="Tahoma"/>
            </a:endParaRPr>
          </a:p>
          <a:p>
            <a:pPr indent="-304800" lvl="0" marL="4572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Kiến trúc Basic (b): Áp dụng tuần tự hai khối tích chập lên đầu vào.</a:t>
            </a:r>
            <a:endParaRPr sz="1200">
              <a:solidFill>
                <a:schemeClr val="dk1"/>
              </a:solidFill>
              <a:latin typeface="Tahoma"/>
              <a:ea typeface="Tahoma"/>
              <a:cs typeface="Tahoma"/>
              <a:sym typeface="Tahoma"/>
            </a:endParaRPr>
          </a:p>
          <a:p>
            <a:pPr indent="-304800" lvl="0" marL="4572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Kiến trúc Residual (c): Bổ sung kết nối dư bằng cách cộng ảnh gốc vào đầu ra của bộ mã hóa Basic, nhằm tăng ổn định huấn luyện.</a:t>
            </a:r>
            <a:endParaRPr sz="1200">
              <a:solidFill>
                <a:schemeClr val="dk1"/>
              </a:solidFill>
              <a:latin typeface="Tahoma"/>
              <a:ea typeface="Tahoma"/>
              <a:cs typeface="Tahoma"/>
              <a:sym typeface="Tahoma"/>
            </a:endParaRPr>
          </a:p>
          <a:p>
            <a:pPr indent="-304800" lvl="0" marL="4572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Kiến trúc Dense (d): Giới thiệu các kết nối bổ sung giữa các khối tích chập theo cơ chế DenseNet, cho phép tái sử dụng đặc trưng và giảm thiểu tiêu biến gradient.</a:t>
            </a:r>
            <a:endParaRPr sz="1200">
              <a:solidFill>
                <a:schemeClr val="dk1"/>
              </a:solidFill>
              <a:latin typeface="Tahoma"/>
              <a:ea typeface="Tahoma"/>
              <a:cs typeface="Tahoma"/>
              <a:sym typeface="Tahoma"/>
            </a:endParaRPr>
          </a:p>
        </p:txBody>
      </p:sp>
      <p:sp>
        <p:nvSpPr>
          <p:cNvPr id="111" name="Google Shape;111;p13"/>
          <p:cNvSpPr txBox="1"/>
          <p:nvPr/>
        </p:nvSpPr>
        <p:spPr>
          <a:xfrm>
            <a:off x="4125912" y="9158287"/>
            <a:ext cx="2895600" cy="1015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lang="en-US" sz="1200">
                <a:solidFill>
                  <a:schemeClr val="dk1"/>
                </a:solidFill>
                <a:latin typeface="Tahoma"/>
                <a:ea typeface="Tahoma"/>
                <a:cs typeface="Tahoma"/>
                <a:sym typeface="Tahoma"/>
              </a:rPr>
              <a:t>Nhận ảnh giấu tin S và tái tạo tensor thông điệp M^. Kiến trúc bộ giải mã sử dụng bốn khối tích chập với kết nối dày đặc tương tự biến thể Dense của bộ mã hóa.</a:t>
            </a:r>
            <a:endParaRPr/>
          </a:p>
        </p:txBody>
      </p:sp>
      <p:sp>
        <p:nvSpPr>
          <p:cNvPr id="112" name="Google Shape;112;p13"/>
          <p:cNvSpPr txBox="1"/>
          <p:nvPr/>
        </p:nvSpPr>
        <p:spPr>
          <a:xfrm>
            <a:off x="544512" y="8850312"/>
            <a:ext cx="2209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1.  </a:t>
            </a:r>
            <a:r>
              <a:rPr b="1" lang="en-US">
                <a:solidFill>
                  <a:srgbClr val="0B4993"/>
                </a:solidFill>
                <a:latin typeface="Tahoma"/>
                <a:ea typeface="Tahoma"/>
                <a:cs typeface="Tahoma"/>
                <a:sym typeface="Tahoma"/>
              </a:rPr>
              <a:t>Bộ mã hóa</a:t>
            </a:r>
            <a:endParaRPr/>
          </a:p>
        </p:txBody>
      </p:sp>
      <p:sp>
        <p:nvSpPr>
          <p:cNvPr id="113" name="Google Shape;113;p13"/>
          <p:cNvSpPr txBox="1"/>
          <p:nvPr/>
        </p:nvSpPr>
        <p:spPr>
          <a:xfrm>
            <a:off x="4049712" y="8850312"/>
            <a:ext cx="2590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lang="en-US">
                <a:solidFill>
                  <a:srgbClr val="0B4993"/>
                </a:solidFill>
                <a:latin typeface="Tahoma"/>
                <a:ea typeface="Tahoma"/>
                <a:cs typeface="Tahoma"/>
                <a:sym typeface="Tahoma"/>
              </a:rPr>
              <a:t>2. Bộ giải mã</a:t>
            </a:r>
            <a:endParaRPr/>
          </a:p>
        </p:txBody>
      </p:sp>
      <p:sp>
        <p:nvSpPr>
          <p:cNvPr id="114" name="Google Shape;114;p13"/>
          <p:cNvSpPr txBox="1"/>
          <p:nvPr/>
        </p:nvSpPr>
        <p:spPr>
          <a:xfrm>
            <a:off x="7175512" y="8845562"/>
            <a:ext cx="2590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3.  </a:t>
            </a:r>
            <a:r>
              <a:rPr b="1" lang="en-US">
                <a:solidFill>
                  <a:srgbClr val="0B4993"/>
                </a:solidFill>
                <a:latin typeface="Tahoma"/>
                <a:ea typeface="Tahoma"/>
                <a:cs typeface="Tahoma"/>
                <a:sym typeface="Tahoma"/>
              </a:rPr>
              <a:t>Bộ phê bình</a:t>
            </a:r>
            <a:endParaRPr/>
          </a:p>
        </p:txBody>
      </p:sp>
      <p:sp>
        <p:nvSpPr>
          <p:cNvPr id="115" name="Google Shape;115;p13"/>
          <p:cNvSpPr txBox="1"/>
          <p:nvPr/>
        </p:nvSpPr>
        <p:spPr>
          <a:xfrm>
            <a:off x="7173902" y="9165060"/>
            <a:ext cx="2667000" cy="1015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lang="en-US" sz="1200">
                <a:solidFill>
                  <a:schemeClr val="dk1"/>
                </a:solidFill>
                <a:latin typeface="Tahoma"/>
                <a:ea typeface="Tahoma"/>
                <a:cs typeface="Tahoma"/>
                <a:sym typeface="Tahoma"/>
              </a:rPr>
              <a:t>Gồm ba khối tích chập và một lớp pooling trung bình thích nghi, tạo ra điểm số vô hướng đánh giá mức độ tự nhiên của ảnh đầu vào theo cơ chế Wasserstein GAN.</a:t>
            </a:r>
            <a:endParaRPr sz="1200">
              <a:solidFill>
                <a:schemeClr val="dk1"/>
              </a:solidFill>
              <a:latin typeface="Tahoma"/>
              <a:ea typeface="Tahoma"/>
              <a:cs typeface="Tahoma"/>
              <a:sym typeface="Tahoma"/>
            </a:endParaRPr>
          </a:p>
        </p:txBody>
      </p:sp>
      <p:sp>
        <p:nvSpPr>
          <p:cNvPr id="116" name="Google Shape;116;p13"/>
          <p:cNvSpPr txBox="1"/>
          <p:nvPr/>
        </p:nvSpPr>
        <p:spPr>
          <a:xfrm>
            <a:off x="5649912" y="3082925"/>
            <a:ext cx="4267200" cy="15699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Bảo mật tối ưu: Che giấu hoàn toàn sự tồn tại của kênh truyền tin, tránh sự chú ý của kẻ tấn công so với mật mã học truyền thống</a:t>
            </a:r>
            <a:endParaRPr sz="1200">
              <a:solidFill>
                <a:schemeClr val="dk1"/>
              </a:solidFill>
              <a:latin typeface="Tahoma"/>
              <a:ea typeface="Tahoma"/>
              <a:cs typeface="Tahoma"/>
              <a:sym typeface="Tahoma"/>
            </a:endParaRPr>
          </a:p>
          <a:p>
            <a:pPr indent="-171450" lvl="0" marL="17145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Ứng dụng rộng rãi: Bảo vệ dữ liệu y tế (X-quang, MRI), nhúng bản quyền truyền thông và bảo mật khóa riêng tư</a:t>
            </a:r>
            <a:endParaRPr sz="1200">
              <a:solidFill>
                <a:schemeClr val="dk1"/>
              </a:solidFill>
              <a:latin typeface="Tahoma"/>
              <a:ea typeface="Tahoma"/>
              <a:cs typeface="Tahoma"/>
              <a:sym typeface="Tahoma"/>
            </a:endParaRPr>
          </a:p>
          <a:p>
            <a:pPr indent="-171450" lvl="0" marL="17145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Đột phá kỹ thuật: Khắc phục giới hạn dung lượng thấp (&lt; 0,4 bpp) của các phương pháp cũ và hỗ trợ dữ liệu nhị phân trên ảnh kích thước tùy ý</a:t>
            </a:r>
            <a:endParaRPr sz="1200">
              <a:solidFill>
                <a:schemeClr val="dk1"/>
              </a:solidFill>
              <a:latin typeface="Tahoma"/>
              <a:ea typeface="Tahoma"/>
              <a:cs typeface="Tahoma"/>
              <a:sym typeface="Tahoma"/>
            </a:endParaRPr>
          </a:p>
        </p:txBody>
      </p:sp>
      <p:sp>
        <p:nvSpPr>
          <p:cNvPr id="117" name="Google Shape;117;p13"/>
          <p:cNvSpPr txBox="1"/>
          <p:nvPr/>
        </p:nvSpPr>
        <p:spPr>
          <a:xfrm>
            <a:off x="620700" y="3090824"/>
            <a:ext cx="4267200" cy="1754700"/>
          </a:xfrm>
          <a:prstGeom prst="rect">
            <a:avLst/>
          </a:prstGeom>
          <a:noFill/>
          <a:ln>
            <a:noFill/>
          </a:ln>
        </p:spPr>
        <p:txBody>
          <a:bodyPr anchorCtr="0" anchor="t" bIns="45700" lIns="91425" spcFirstLastPara="1" rIns="91425" wrap="square" tIns="45700">
            <a:spAutoFit/>
          </a:bodyPr>
          <a:lstStyle/>
          <a:p>
            <a:pPr indent="0" lvl="0" marL="171450" marR="0" rtl="0" algn="just">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Steganography (Ẩn mã): Là một quy trình ẩn các thông điệp bên trong hình ảnh. Trong khi mật mã học nhằm ngăn cản đối phương đọc được thông điệp, thì ẩn mã nhằm mục đích che giấu sự hiện diện của chính thông điệp đó.</a:t>
            </a:r>
            <a:br>
              <a:rPr lang="en-US" sz="1200">
                <a:solidFill>
                  <a:schemeClr val="dk1"/>
                </a:solidFill>
                <a:latin typeface="Tahoma"/>
                <a:ea typeface="Tahoma"/>
                <a:cs typeface="Tahoma"/>
                <a:sym typeface="Tahoma"/>
              </a:rPr>
            </a:br>
            <a:r>
              <a:rPr lang="en-US" sz="1200">
                <a:solidFill>
                  <a:schemeClr val="dk1"/>
                </a:solidFill>
                <a:latin typeface="Tahoma"/>
                <a:ea typeface="Tahoma"/>
                <a:cs typeface="Tahoma"/>
                <a:sym typeface="Tahoma"/>
              </a:rPr>
              <a:t>SteganoGAN: Giải pháp học sâu đầu-cuối sử dụng mạng GAN để nhúng dữ liệu nhị phân tùy ý vào ảnh với dung lượng cực cao (4,4 bpp) mà không làm thay đổi chất lượng thị giác</a:t>
            </a:r>
            <a:endParaRPr sz="1200">
              <a:solidFill>
                <a:schemeClr val="dk1"/>
              </a:solidFill>
              <a:latin typeface="Tahoma"/>
              <a:ea typeface="Tahoma"/>
              <a:cs typeface="Tahoma"/>
              <a:sym typeface="Tahoma"/>
            </a:endParaRPr>
          </a:p>
        </p:txBody>
      </p:sp>
      <p:pic>
        <p:nvPicPr>
          <p:cNvPr id="118" name="Google Shape;118;p13"/>
          <p:cNvPicPr preferRelativeResize="0"/>
          <p:nvPr/>
        </p:nvPicPr>
        <p:blipFill>
          <a:blip r:embed="rId5">
            <a:alphaModFix/>
          </a:blip>
          <a:stretch>
            <a:fillRect/>
          </a:stretch>
        </p:blipFill>
        <p:spPr>
          <a:xfrm>
            <a:off x="717547" y="5794425"/>
            <a:ext cx="4267200" cy="2428750"/>
          </a:xfrm>
          <a:prstGeom prst="rect">
            <a:avLst/>
          </a:prstGeom>
          <a:noFill/>
          <a:ln>
            <a:noFill/>
          </a:ln>
        </p:spPr>
      </p:pic>
      <p:pic>
        <p:nvPicPr>
          <p:cNvPr id="119" name="Google Shape;119;p13"/>
          <p:cNvPicPr preferRelativeResize="0"/>
          <p:nvPr/>
        </p:nvPicPr>
        <p:blipFill>
          <a:blip r:embed="rId6">
            <a:alphaModFix/>
          </a:blip>
          <a:stretch>
            <a:fillRect/>
          </a:stretch>
        </p:blipFill>
        <p:spPr>
          <a:xfrm>
            <a:off x="5057775" y="5809825"/>
            <a:ext cx="4802675" cy="2428750"/>
          </a:xfrm>
          <a:prstGeom prst="rect">
            <a:avLst/>
          </a:prstGeom>
          <a:noFill/>
          <a:ln>
            <a:noFill/>
          </a:ln>
        </p:spPr>
      </p:pic>
      <p:grpSp>
        <p:nvGrpSpPr>
          <p:cNvPr id="120" name="Google Shape;120;p13"/>
          <p:cNvGrpSpPr/>
          <p:nvPr/>
        </p:nvGrpSpPr>
        <p:grpSpPr>
          <a:xfrm>
            <a:off x="4419562" y="10377355"/>
            <a:ext cx="5651327" cy="365125"/>
            <a:chOff x="620713" y="8243888"/>
            <a:chExt cx="9448800" cy="365125"/>
          </a:xfrm>
        </p:grpSpPr>
        <p:pic>
          <p:nvPicPr>
            <p:cNvPr id="121" name="Google Shape;121;p13"/>
            <p:cNvPicPr preferRelativeResize="0"/>
            <p:nvPr/>
          </p:nvPicPr>
          <p:blipFill rotWithShape="1">
            <a:blip r:embed="rId3">
              <a:alphaModFix/>
            </a:blip>
            <a:srcRect b="0" l="0" r="0" t="0"/>
            <a:stretch/>
          </p:blipFill>
          <p:spPr>
            <a:xfrm>
              <a:off x="658813" y="8243888"/>
              <a:ext cx="9371018" cy="365125"/>
            </a:xfrm>
            <a:prstGeom prst="rect">
              <a:avLst/>
            </a:prstGeom>
            <a:noFill/>
            <a:ln>
              <a:noFill/>
            </a:ln>
          </p:spPr>
        </p:pic>
        <p:sp>
          <p:nvSpPr>
            <p:cNvPr id="122" name="Google Shape;122;p13"/>
            <p:cNvSpPr txBox="1"/>
            <p:nvPr/>
          </p:nvSpPr>
          <p:spPr>
            <a:xfrm>
              <a:off x="620713" y="8304213"/>
              <a:ext cx="9448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lang="en-US" sz="1600">
                  <a:solidFill>
                    <a:schemeClr val="lt1"/>
                  </a:solidFill>
                </a:rPr>
                <a:t>Dữ liệu thực nghiệm</a:t>
              </a:r>
              <a:endParaRPr/>
            </a:p>
          </p:txBody>
        </p:sp>
      </p:grpSp>
      <p:sp>
        <p:nvSpPr>
          <p:cNvPr id="123" name="Google Shape;123;p13"/>
          <p:cNvSpPr txBox="1"/>
          <p:nvPr/>
        </p:nvSpPr>
        <p:spPr>
          <a:xfrm>
            <a:off x="4483717" y="10828100"/>
            <a:ext cx="5523000" cy="1754700"/>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Div2K: Chủ yếu chứa ảnh phong cảnh mở, ít chi tiết cục bộ.</a:t>
            </a:r>
            <a:endParaRPr sz="1200">
              <a:solidFill>
                <a:schemeClr val="dk1"/>
              </a:solidFill>
              <a:latin typeface="Tahoma"/>
              <a:ea typeface="Tahoma"/>
              <a:cs typeface="Tahoma"/>
              <a:sym typeface="Tahoma"/>
            </a:endParaRPr>
          </a:p>
          <a:p>
            <a:pPr indent="-228600" lvl="0" marL="2286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COCO: Chứa ảnh với nhiều đối tượng và kết cấu đa dạng, kỳ vọng cung cấp nhiều bề mặt hơn để nhúng dữ liệu.</a:t>
            </a:r>
            <a:endParaRPr sz="1200">
              <a:solidFill>
                <a:schemeClr val="dk1"/>
              </a:solidFill>
              <a:latin typeface="Tahoma"/>
              <a:ea typeface="Tahoma"/>
              <a:cs typeface="Tahoma"/>
              <a:sym typeface="Tahoma"/>
            </a:endParaRPr>
          </a:p>
          <a:p>
            <a:pPr indent="-228600" lvl="0" marL="2286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Chỉ số đánh giá:</a:t>
            </a:r>
            <a:endParaRPr sz="1200">
              <a:solidFill>
                <a:schemeClr val="dk1"/>
              </a:solidFill>
              <a:latin typeface="Tahoma"/>
              <a:ea typeface="Tahoma"/>
              <a:cs typeface="Tahoma"/>
              <a:sym typeface="Tahoma"/>
            </a:endParaRPr>
          </a:p>
          <a:p>
            <a:pPr indent="-304800" lvl="1" marL="9144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Dung lượng: RS-BPP (D×(1−2p))</a:t>
            </a:r>
            <a:endParaRPr sz="1200">
              <a:solidFill>
                <a:schemeClr val="dk1"/>
              </a:solidFill>
              <a:latin typeface="Tahoma"/>
              <a:ea typeface="Tahoma"/>
              <a:cs typeface="Tahoma"/>
              <a:sym typeface="Tahoma"/>
            </a:endParaRPr>
          </a:p>
          <a:p>
            <a:pPr indent="-304800" lvl="1" marL="9144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Chất lượng: PSNR và SSIM</a:t>
            </a:r>
            <a:endParaRPr sz="1200">
              <a:solidFill>
                <a:schemeClr val="dk1"/>
              </a:solidFill>
              <a:latin typeface="Tahoma"/>
              <a:ea typeface="Tahoma"/>
              <a:cs typeface="Tahoma"/>
              <a:sym typeface="Tahoma"/>
            </a:endParaRPr>
          </a:p>
          <a:p>
            <a:pPr indent="-304800" lvl="1" marL="9144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Khả năng chống phát hiện: Kiểm tra qua công cụ StegExpose và mô phỏng tấn công bằng mô hình học sâu</a:t>
            </a:r>
            <a:endParaRPr sz="120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t/>
            </a:r>
            <a:endParaRPr sz="1200">
              <a:solidFill>
                <a:schemeClr val="dk1"/>
              </a:solidFill>
              <a:latin typeface="Tahoma"/>
              <a:ea typeface="Tahoma"/>
              <a:cs typeface="Tahoma"/>
              <a:sym typeface="Tahoma"/>
            </a:endParaRPr>
          </a:p>
        </p:txBody>
      </p:sp>
      <p:grpSp>
        <p:nvGrpSpPr>
          <p:cNvPr id="124" name="Google Shape;124;p13"/>
          <p:cNvGrpSpPr/>
          <p:nvPr/>
        </p:nvGrpSpPr>
        <p:grpSpPr>
          <a:xfrm>
            <a:off x="544512" y="12403662"/>
            <a:ext cx="9448800" cy="365125"/>
            <a:chOff x="620713" y="8243888"/>
            <a:chExt cx="9448800" cy="365125"/>
          </a:xfrm>
        </p:grpSpPr>
        <p:pic>
          <p:nvPicPr>
            <p:cNvPr id="125" name="Google Shape;125;p13"/>
            <p:cNvPicPr preferRelativeResize="0"/>
            <p:nvPr/>
          </p:nvPicPr>
          <p:blipFill rotWithShape="1">
            <a:blip r:embed="rId3">
              <a:alphaModFix/>
            </a:blip>
            <a:srcRect b="0" l="0" r="0" t="0"/>
            <a:stretch/>
          </p:blipFill>
          <p:spPr>
            <a:xfrm>
              <a:off x="658813" y="8243888"/>
              <a:ext cx="9371018" cy="365125"/>
            </a:xfrm>
            <a:prstGeom prst="rect">
              <a:avLst/>
            </a:prstGeom>
            <a:noFill/>
            <a:ln>
              <a:noFill/>
            </a:ln>
          </p:spPr>
        </p:pic>
        <p:sp>
          <p:nvSpPr>
            <p:cNvPr id="126" name="Google Shape;126;p13"/>
            <p:cNvSpPr txBox="1"/>
            <p:nvPr/>
          </p:nvSpPr>
          <p:spPr>
            <a:xfrm>
              <a:off x="620713" y="8304213"/>
              <a:ext cx="9448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lang="en-US" sz="1600">
                  <a:solidFill>
                    <a:schemeClr val="lt1"/>
                  </a:solidFill>
                </a:rPr>
                <a:t>Quy trình huấn luyện</a:t>
              </a:r>
              <a:endParaRPr/>
            </a:p>
          </p:txBody>
        </p:sp>
      </p:grpSp>
      <p:sp>
        <p:nvSpPr>
          <p:cNvPr id="127" name="Google Shape;127;p13"/>
          <p:cNvSpPr txBox="1"/>
          <p:nvPr/>
        </p:nvSpPr>
        <p:spPr>
          <a:xfrm>
            <a:off x="620700" y="12775300"/>
            <a:ext cx="92964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lang="en-US" sz="1200">
                <a:solidFill>
                  <a:schemeClr val="dk1"/>
                </a:solidFill>
                <a:latin typeface="Tahoma"/>
                <a:ea typeface="Tahoma"/>
                <a:cs typeface="Tahoma"/>
                <a:sym typeface="Tahoma"/>
              </a:rPr>
              <a:t>Quá trình huấn luyện sẽ tối ưu hóa đồng thời ba hàm mất mát cho cặp mã hóa-giải mã:</a:t>
            </a:r>
            <a:endParaRPr sz="1200">
              <a:solidFill>
                <a:schemeClr val="dk1"/>
              </a:solidFill>
              <a:latin typeface="Tahoma"/>
              <a:ea typeface="Tahoma"/>
              <a:cs typeface="Tahoma"/>
              <a:sym typeface="Tahoma"/>
            </a:endParaRPr>
          </a:p>
          <a:p>
            <a:pPr indent="-304800" lvl="0" marL="4572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Mất mát giải mã Ld​: Cross-entropy giữa thông điệp gốc và thông điệp được tái tạo.</a:t>
            </a:r>
            <a:endParaRPr sz="1200">
              <a:solidFill>
                <a:schemeClr val="dk1"/>
              </a:solidFill>
              <a:latin typeface="Tahoma"/>
              <a:ea typeface="Tahoma"/>
              <a:cs typeface="Tahoma"/>
              <a:sym typeface="Tahoma"/>
            </a:endParaRPr>
          </a:p>
          <a:p>
            <a:pPr indent="-304800" lvl="0" marL="4572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Mất mát tương đồng Ls​: Sai số bình phương trung bình (MSE) giữa ảnh gốc và ảnh giấu tin.</a:t>
            </a:r>
            <a:endParaRPr sz="1200">
              <a:solidFill>
                <a:schemeClr val="dk1"/>
              </a:solidFill>
              <a:latin typeface="Tahoma"/>
              <a:ea typeface="Tahoma"/>
              <a:cs typeface="Tahoma"/>
              <a:sym typeface="Tahoma"/>
            </a:endParaRPr>
          </a:p>
          <a:p>
            <a:pPr indent="-304800" lvl="0" marL="457200" marR="0" rtl="0" algn="just">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Mất mát thực tế Lr​: Điểm số từ mạng phê bình, khuyến khích ảnh đầu ra trông tự nhiên.</a:t>
            </a:r>
            <a:endParaRPr sz="120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rPr lang="en-US" sz="1200">
                <a:solidFill>
                  <a:schemeClr val="dk1"/>
                </a:solidFill>
                <a:latin typeface="Tahoma"/>
                <a:ea typeface="Tahoma"/>
                <a:cs typeface="Tahoma"/>
                <a:sym typeface="Tahoma"/>
              </a:rPr>
              <a:t>Mạng phê bình được tối ưu hóa riêng biệt thông qua hàm mất mát Wasserstein Lc​. Thông điệp huấn luyện sẽ được lấy mẫu ngẫu nhiên từ phân phối Bernoulli M∼Ber(0,5). Các siêu tham số huấn luyện bao gồm: bộ tối ưu Adam với tốc độ học 10^{-4}, cắt chuẩn gradient tại 0,25, cắt trọng số phê bình trong khoảng [−0,1;0,1], và 32 epoch.</a:t>
            </a:r>
            <a:endParaRPr sz="1200">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新しいプレゼンテーション">
  <a:themeElements>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